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14"/>
  </p:notesMasterIdLst>
  <p:sldIdLst>
    <p:sldId id="267" r:id="rId3"/>
    <p:sldId id="257" r:id="rId4"/>
    <p:sldId id="279" r:id="rId5"/>
    <p:sldId id="259" r:id="rId6"/>
    <p:sldId id="260" r:id="rId7"/>
    <p:sldId id="263" r:id="rId8"/>
    <p:sldId id="278" r:id="rId9"/>
    <p:sldId id="258" r:id="rId10"/>
    <p:sldId id="264" r:id="rId11"/>
    <p:sldId id="265" r:id="rId12"/>
    <p:sldId id="266" r:id="rId13"/>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D98DDA-94BA-4C26-B4A7-29BBBE4C315B}" v="70" dt="2026-10-06T07:14:21.5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7" d="100"/>
          <a:sy n="77" d="100"/>
        </p:scale>
        <p:origin x="840" y="58"/>
      </p:cViewPr>
      <p:guideLst>
        <p:guide orient="horz" pos="2160"/>
        <p:guide pos="383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dini gattu" userId="7c60e549b306b9a9" providerId="LiveId" clId="{06AD4FE6-E867-4E38-B642-BEE40AA9B29D}"/>
    <pc:docChg chg="undo custSel modSld modMainMaster">
      <pc:chgData name="nandini gattu" userId="7c60e549b306b9a9" providerId="LiveId" clId="{06AD4FE6-E867-4E38-B642-BEE40AA9B29D}" dt="2026-10-06T08:35:33.552" v="1413" actId="1036"/>
      <pc:docMkLst>
        <pc:docMk/>
      </pc:docMkLst>
      <pc:sldChg chg="addSp delSp modSp mod setBg">
        <pc:chgData name="nandini gattu" userId="7c60e549b306b9a9" providerId="LiveId" clId="{06AD4FE6-E867-4E38-B642-BEE40AA9B29D}" dt="2026-10-05T15:29:28.827" v="123" actId="47"/>
        <pc:sldMkLst>
          <pc:docMk/>
          <pc:sldMk cId="0" sldId="257"/>
        </pc:sldMkLst>
        <pc:spChg chg="add del mod">
          <ac:chgData name="nandini gattu" userId="7c60e549b306b9a9" providerId="LiveId" clId="{06AD4FE6-E867-4E38-B642-BEE40AA9B29D}" dt="2026-10-05T15:22:55.442" v="111"/>
          <ac:spMkLst>
            <pc:docMk/>
            <pc:sldMk cId="0" sldId="257"/>
            <ac:spMk id="2" creationId="{643D7DFB-BC3E-C913-326F-0E1CCE0E6D25}"/>
          </ac:spMkLst>
        </pc:spChg>
        <pc:spChg chg="add del mod">
          <ac:chgData name="nandini gattu" userId="7c60e549b306b9a9" providerId="LiveId" clId="{06AD4FE6-E867-4E38-B642-BEE40AA9B29D}" dt="2026-10-05T15:22:57.537" v="114"/>
          <ac:spMkLst>
            <pc:docMk/>
            <pc:sldMk cId="0" sldId="257"/>
            <ac:spMk id="3" creationId="{32D12FD6-881F-029E-40CA-3A038762E69A}"/>
          </ac:spMkLst>
        </pc:spChg>
        <pc:spChg chg="add del mod">
          <ac:chgData name="nandini gattu" userId="7c60e549b306b9a9" providerId="LiveId" clId="{06AD4FE6-E867-4E38-B642-BEE40AA9B29D}" dt="2026-10-05T15:23:14.040" v="118"/>
          <ac:spMkLst>
            <pc:docMk/>
            <pc:sldMk cId="0" sldId="257"/>
            <ac:spMk id="4" creationId="{172640DC-5121-326F-D42A-1BBDAAD15C6E}"/>
          </ac:spMkLst>
        </pc:spChg>
        <pc:spChg chg="add del mod">
          <ac:chgData name="nandini gattu" userId="7c60e549b306b9a9" providerId="LiveId" clId="{06AD4FE6-E867-4E38-B642-BEE40AA9B29D}" dt="2026-10-05T15:29:28.827" v="123" actId="47"/>
          <ac:spMkLst>
            <pc:docMk/>
            <pc:sldMk cId="0" sldId="257"/>
            <ac:spMk id="5" creationId="{032371DE-BFAD-3043-27D8-87D9EBFA3230}"/>
          </ac:spMkLst>
        </pc:spChg>
      </pc:sldChg>
      <pc:sldChg chg="modSp mod">
        <pc:chgData name="nandini gattu" userId="7c60e549b306b9a9" providerId="LiveId" clId="{06AD4FE6-E867-4E38-B642-BEE40AA9B29D}" dt="2026-10-06T07:14:21.018" v="1409" actId="2711"/>
        <pc:sldMkLst>
          <pc:docMk/>
          <pc:sldMk cId="0" sldId="258"/>
        </pc:sldMkLst>
        <pc:spChg chg="mod">
          <ac:chgData name="nandini gattu" userId="7c60e549b306b9a9" providerId="LiveId" clId="{06AD4FE6-E867-4E38-B642-BEE40AA9B29D}" dt="2026-10-06T07:14:21.018" v="1409" actId="2711"/>
          <ac:spMkLst>
            <pc:docMk/>
            <pc:sldMk cId="0" sldId="258"/>
            <ac:spMk id="100" creationId="{00000000-0000-0000-0000-000000000000}"/>
          </ac:spMkLst>
        </pc:spChg>
      </pc:sldChg>
      <pc:sldChg chg="modSp mod">
        <pc:chgData name="nandini gattu" userId="7c60e549b306b9a9" providerId="LiveId" clId="{06AD4FE6-E867-4E38-B642-BEE40AA9B29D}" dt="2026-10-06T04:39:08.351" v="1285" actId="2711"/>
        <pc:sldMkLst>
          <pc:docMk/>
          <pc:sldMk cId="0" sldId="259"/>
        </pc:sldMkLst>
        <pc:spChg chg="mod">
          <ac:chgData name="nandini gattu" userId="7c60e549b306b9a9" providerId="LiveId" clId="{06AD4FE6-E867-4E38-B642-BEE40AA9B29D}" dt="2026-10-06T04:39:08.351" v="1285" actId="2711"/>
          <ac:spMkLst>
            <pc:docMk/>
            <pc:sldMk cId="0" sldId="259"/>
            <ac:spMk id="102" creationId="{00000000-0000-0000-0000-000000000000}"/>
          </ac:spMkLst>
        </pc:spChg>
      </pc:sldChg>
      <pc:sldChg chg="modSp mod">
        <pc:chgData name="nandini gattu" userId="7c60e549b306b9a9" providerId="LiveId" clId="{06AD4FE6-E867-4E38-B642-BEE40AA9B29D}" dt="2026-10-06T04:39:15.918" v="1286" actId="2711"/>
        <pc:sldMkLst>
          <pc:docMk/>
          <pc:sldMk cId="0" sldId="260"/>
        </pc:sldMkLst>
        <pc:spChg chg="mod">
          <ac:chgData name="nandini gattu" userId="7c60e549b306b9a9" providerId="LiveId" clId="{06AD4FE6-E867-4E38-B642-BEE40AA9B29D}" dt="2026-10-06T04:39:15.918" v="1286" actId="2711"/>
          <ac:spMkLst>
            <pc:docMk/>
            <pc:sldMk cId="0" sldId="260"/>
            <ac:spMk id="104" creationId="{00000000-0000-0000-0000-000000000000}"/>
          </ac:spMkLst>
        </pc:spChg>
      </pc:sldChg>
      <pc:sldChg chg="modSp mod">
        <pc:chgData name="nandini gattu" userId="7c60e549b306b9a9" providerId="LiveId" clId="{06AD4FE6-E867-4E38-B642-BEE40AA9B29D}" dt="2026-10-06T07:10:19.978" v="1401" actId="2711"/>
        <pc:sldMkLst>
          <pc:docMk/>
          <pc:sldMk cId="0" sldId="263"/>
        </pc:sldMkLst>
        <pc:spChg chg="mod">
          <ac:chgData name="nandini gattu" userId="7c60e549b306b9a9" providerId="LiveId" clId="{06AD4FE6-E867-4E38-B642-BEE40AA9B29D}" dt="2026-10-06T07:10:19.978" v="1401" actId="2711"/>
          <ac:spMkLst>
            <pc:docMk/>
            <pc:sldMk cId="0" sldId="263"/>
            <ac:spMk id="109" creationId="{00000000-0000-0000-0000-000000000000}"/>
          </ac:spMkLst>
        </pc:spChg>
      </pc:sldChg>
      <pc:sldChg chg="modSp mod">
        <pc:chgData name="nandini gattu" userId="7c60e549b306b9a9" providerId="LiveId" clId="{06AD4FE6-E867-4E38-B642-BEE40AA9B29D}" dt="2026-10-06T04:35:40.381" v="1148" actId="20577"/>
        <pc:sldMkLst>
          <pc:docMk/>
          <pc:sldMk cId="0" sldId="264"/>
        </pc:sldMkLst>
        <pc:spChg chg="mod">
          <ac:chgData name="nandini gattu" userId="7c60e549b306b9a9" providerId="LiveId" clId="{06AD4FE6-E867-4E38-B642-BEE40AA9B29D}" dt="2026-10-06T04:35:40.381" v="1148" actId="20577"/>
          <ac:spMkLst>
            <pc:docMk/>
            <pc:sldMk cId="0" sldId="264"/>
            <ac:spMk id="112" creationId="{00000000-0000-0000-0000-000000000000}"/>
          </ac:spMkLst>
        </pc:spChg>
      </pc:sldChg>
      <pc:sldChg chg="addSp delSp modSp mod">
        <pc:chgData name="nandini gattu" userId="7c60e549b306b9a9" providerId="LiveId" clId="{06AD4FE6-E867-4E38-B642-BEE40AA9B29D}" dt="2026-10-05T16:39:26.320" v="1081" actId="1076"/>
        <pc:sldMkLst>
          <pc:docMk/>
          <pc:sldMk cId="0" sldId="265"/>
        </pc:sldMkLst>
        <pc:spChg chg="mod">
          <ac:chgData name="nandini gattu" userId="7c60e549b306b9a9" providerId="LiveId" clId="{06AD4FE6-E867-4E38-B642-BEE40AA9B29D}" dt="2026-10-05T16:39:26.320" v="1081" actId="1076"/>
          <ac:spMkLst>
            <pc:docMk/>
            <pc:sldMk cId="0" sldId="265"/>
            <ac:spMk id="3" creationId="{00000000-0000-0000-0000-000000000000}"/>
          </ac:spMkLst>
        </pc:spChg>
        <pc:picChg chg="del">
          <ac:chgData name="nandini gattu" userId="7c60e549b306b9a9" providerId="LiveId" clId="{06AD4FE6-E867-4E38-B642-BEE40AA9B29D}" dt="2026-10-05T16:31:19.102" v="962" actId="478"/>
          <ac:picMkLst>
            <pc:docMk/>
            <pc:sldMk cId="0" sldId="265"/>
            <ac:picMk id="2" creationId="{2406AE32-CFB7-4A71-811E-0F6DD4176A4F}"/>
          </ac:picMkLst>
        </pc:picChg>
        <pc:picChg chg="add mod">
          <ac:chgData name="nandini gattu" userId="7c60e549b306b9a9" providerId="LiveId" clId="{06AD4FE6-E867-4E38-B642-BEE40AA9B29D}" dt="2026-10-05T16:39:18.815" v="1080" actId="1076"/>
          <ac:picMkLst>
            <pc:docMk/>
            <pc:sldMk cId="0" sldId="265"/>
            <ac:picMk id="5" creationId="{7B53AEE1-8B5C-7333-8886-5C08FAF85258}"/>
          </ac:picMkLst>
        </pc:picChg>
      </pc:sldChg>
      <pc:sldChg chg="modSp mod">
        <pc:chgData name="nandini gattu" userId="7c60e549b306b9a9" providerId="LiveId" clId="{06AD4FE6-E867-4E38-B642-BEE40AA9B29D}" dt="2026-10-06T08:35:33.552" v="1413" actId="1036"/>
        <pc:sldMkLst>
          <pc:docMk/>
          <pc:sldMk cId="0" sldId="267"/>
        </pc:sldMkLst>
        <pc:spChg chg="mod">
          <ac:chgData name="nandini gattu" userId="7c60e549b306b9a9" providerId="LiveId" clId="{06AD4FE6-E867-4E38-B642-BEE40AA9B29D}" dt="2026-10-06T08:34:58.117" v="1411" actId="20577"/>
          <ac:spMkLst>
            <pc:docMk/>
            <pc:sldMk cId="0" sldId="267"/>
            <ac:spMk id="4" creationId="{00000000-0000-0000-0000-000000000000}"/>
          </ac:spMkLst>
        </pc:spChg>
        <pc:spChg chg="mod">
          <ac:chgData name="nandini gattu" userId="7c60e549b306b9a9" providerId="LiveId" clId="{06AD4FE6-E867-4E38-B642-BEE40AA9B29D}" dt="2026-10-06T08:35:33.552" v="1413" actId="1036"/>
          <ac:spMkLst>
            <pc:docMk/>
            <pc:sldMk cId="0" sldId="267"/>
            <ac:spMk id="6" creationId="{00000000-0000-0000-0000-000000000000}"/>
          </ac:spMkLst>
        </pc:spChg>
        <pc:spChg chg="mod">
          <ac:chgData name="nandini gattu" userId="7c60e549b306b9a9" providerId="LiveId" clId="{06AD4FE6-E867-4E38-B642-BEE40AA9B29D}" dt="2026-10-05T16:03:23.386" v="530" actId="20577"/>
          <ac:spMkLst>
            <pc:docMk/>
            <pc:sldMk cId="0" sldId="267"/>
            <ac:spMk id="12" creationId="{00000000-0000-0000-0000-000000000000}"/>
          </ac:spMkLst>
        </pc:spChg>
        <pc:spChg chg="mod">
          <ac:chgData name="nandini gattu" userId="7c60e549b306b9a9" providerId="LiveId" clId="{06AD4FE6-E867-4E38-B642-BEE40AA9B29D}" dt="2026-10-05T16:03:55.045" v="575" actId="20577"/>
          <ac:spMkLst>
            <pc:docMk/>
            <pc:sldMk cId="0" sldId="267"/>
            <ac:spMk id="13" creationId="{00000000-0000-0000-0000-000000000000}"/>
          </ac:spMkLst>
        </pc:spChg>
        <pc:spChg chg="mod">
          <ac:chgData name="nandini gattu" userId="7c60e549b306b9a9" providerId="LiveId" clId="{06AD4FE6-E867-4E38-B642-BEE40AA9B29D}" dt="2026-10-05T16:03:01.677" v="500" actId="20577"/>
          <ac:spMkLst>
            <pc:docMk/>
            <pc:sldMk cId="0" sldId="267"/>
            <ac:spMk id="14" creationId="{00000000-0000-0000-0000-000000000000}"/>
          </ac:spMkLst>
        </pc:spChg>
        <pc:spChg chg="mod">
          <ac:chgData name="nandini gattu" userId="7c60e549b306b9a9" providerId="LiveId" clId="{06AD4FE6-E867-4E38-B642-BEE40AA9B29D}" dt="2026-10-06T07:00:24.303" v="1332" actId="20577"/>
          <ac:spMkLst>
            <pc:docMk/>
            <pc:sldMk cId="0" sldId="267"/>
            <ac:spMk id="17" creationId="{00000000-0000-0000-0000-000000000000}"/>
          </ac:spMkLst>
        </pc:spChg>
        <pc:picChg chg="mod">
          <ac:chgData name="nandini gattu" userId="7c60e549b306b9a9" providerId="LiveId" clId="{06AD4FE6-E867-4E38-B642-BEE40AA9B29D}" dt="2026-10-06T04:09:01.758" v="1084" actId="1036"/>
          <ac:picMkLst>
            <pc:docMk/>
            <pc:sldMk cId="0" sldId="267"/>
            <ac:picMk id="5" creationId="{00000000-0000-0000-0000-000000000000}"/>
          </ac:picMkLst>
        </pc:picChg>
      </pc:sldChg>
      <pc:sldChg chg="modSp mod">
        <pc:chgData name="nandini gattu" userId="7c60e549b306b9a9" providerId="LiveId" clId="{06AD4FE6-E867-4E38-B642-BEE40AA9B29D}" dt="2026-10-06T07:13:41.545" v="1406" actId="2711"/>
        <pc:sldMkLst>
          <pc:docMk/>
          <pc:sldMk cId="0" sldId="278"/>
        </pc:sldMkLst>
        <pc:spChg chg="mod">
          <ac:chgData name="nandini gattu" userId="7c60e549b306b9a9" providerId="LiveId" clId="{06AD4FE6-E867-4E38-B642-BEE40AA9B29D}" dt="2026-10-06T07:13:41.545" v="1406" actId="2711"/>
          <ac:spMkLst>
            <pc:docMk/>
            <pc:sldMk cId="0" sldId="278"/>
            <ac:spMk id="98" creationId="{00000000-0000-0000-0000-000000000000}"/>
          </ac:spMkLst>
        </pc:spChg>
      </pc:sldChg>
      <pc:sldChg chg="addSp delSp modSp mod">
        <pc:chgData name="nandini gattu" userId="7c60e549b306b9a9" providerId="LiveId" clId="{06AD4FE6-E867-4E38-B642-BEE40AA9B29D}" dt="2026-10-06T04:38:54.609" v="1284" actId="2711"/>
        <pc:sldMkLst>
          <pc:docMk/>
          <pc:sldMk cId="879028833" sldId="279"/>
        </pc:sldMkLst>
        <pc:spChg chg="add del mod">
          <ac:chgData name="nandini gattu" userId="7c60e549b306b9a9" providerId="LiveId" clId="{06AD4FE6-E867-4E38-B642-BEE40AA9B29D}" dt="2026-10-05T15:22:40.842" v="105"/>
          <ac:spMkLst>
            <pc:docMk/>
            <pc:sldMk cId="879028833" sldId="279"/>
            <ac:spMk id="2" creationId="{1A973E84-4912-9E4C-0115-16952FA1210B}"/>
          </ac:spMkLst>
        </pc:spChg>
        <pc:spChg chg="add del mod">
          <ac:chgData name="nandini gattu" userId="7c60e549b306b9a9" providerId="LiveId" clId="{06AD4FE6-E867-4E38-B642-BEE40AA9B29D}" dt="2026-10-05T15:22:42.608" v="108"/>
          <ac:spMkLst>
            <pc:docMk/>
            <pc:sldMk cId="879028833" sldId="279"/>
            <ac:spMk id="3" creationId="{344891B0-C15D-26F4-3ED1-9DB68869B4E8}"/>
          </ac:spMkLst>
        </pc:spChg>
        <pc:spChg chg="mod">
          <ac:chgData name="nandini gattu" userId="7c60e549b306b9a9" providerId="LiveId" clId="{06AD4FE6-E867-4E38-B642-BEE40AA9B29D}" dt="2026-10-06T04:38:54.609" v="1284" actId="2711"/>
          <ac:spMkLst>
            <pc:docMk/>
            <pc:sldMk cId="879028833" sldId="279"/>
            <ac:spMk id="98" creationId="{00000000-0000-0000-0000-000000000000}"/>
          </ac:spMkLst>
        </pc:spChg>
      </pc:sldChg>
      <pc:sldMasterChg chg="modSp mod">
        <pc:chgData name="nandini gattu" userId="7c60e549b306b9a9" providerId="LiveId" clId="{06AD4FE6-E867-4E38-B642-BEE40AA9B29D}" dt="2026-10-05T15:38:01.419" v="185" actId="20577"/>
        <pc:sldMasterMkLst>
          <pc:docMk/>
          <pc:sldMasterMk cId="0" sldId="2147483648"/>
        </pc:sldMasterMkLst>
        <pc:spChg chg="mod">
          <ac:chgData name="nandini gattu" userId="7c60e549b306b9a9" providerId="LiveId" clId="{06AD4FE6-E867-4E38-B642-BEE40AA9B29D}" dt="2026-10-05T15:37:59.125" v="180" actId="20577"/>
          <ac:spMkLst>
            <pc:docMk/>
            <pc:sldMasterMk cId="0" sldId="2147483648"/>
            <ac:spMk id="3" creationId="{00000000-0000-0000-0000-000000000000}"/>
          </ac:spMkLst>
        </pc:spChg>
        <pc:spChg chg="mod">
          <ac:chgData name="nandini gattu" userId="7c60e549b306b9a9" providerId="LiveId" clId="{06AD4FE6-E867-4E38-B642-BEE40AA9B29D}" dt="2026-10-05T15:38:01.419" v="185" actId="20577"/>
          <ac:spMkLst>
            <pc:docMk/>
            <pc:sldMasterMk cId="0" sldId="2147483648"/>
            <ac:spMk id="4" creationId="{00000000-0000-0000-0000-000000000000}"/>
          </ac:spMkLst>
        </pc:spChg>
      </pc:sldMasterChg>
      <pc:sldMasterChg chg="modSp mod modSldLayout">
        <pc:chgData name="nandini gattu" userId="7c60e549b306b9a9" providerId="LiveId" clId="{06AD4FE6-E867-4E38-B642-BEE40AA9B29D}" dt="2026-10-06T07:00:06.217" v="1328" actId="20577"/>
        <pc:sldMasterMkLst>
          <pc:docMk/>
          <pc:sldMasterMk cId="0" sldId="2147483662"/>
        </pc:sldMasterMkLst>
        <pc:spChg chg="mod">
          <ac:chgData name="nandini gattu" userId="7c60e549b306b9a9" providerId="LiveId" clId="{06AD4FE6-E867-4E38-B642-BEE40AA9B29D}" dt="2026-10-06T07:00:06.217" v="1328" actId="20577"/>
          <ac:spMkLst>
            <pc:docMk/>
            <pc:sldMasterMk cId="0" sldId="2147483662"/>
            <ac:spMk id="48" creationId="{00000000-0000-0000-0000-000000000000}"/>
          </ac:spMkLst>
        </pc:spChg>
        <pc:spChg chg="mod">
          <ac:chgData name="nandini gattu" userId="7c60e549b306b9a9" providerId="LiveId" clId="{06AD4FE6-E867-4E38-B642-BEE40AA9B29D}" dt="2026-10-05T15:38:22.263" v="196" actId="20577"/>
          <ac:spMkLst>
            <pc:docMk/>
            <pc:sldMasterMk cId="0" sldId="2147483662"/>
            <ac:spMk id="50" creationId="{00000000-0000-0000-0000-000000000000}"/>
          </ac:spMkLst>
        </pc:spChg>
        <pc:sldLayoutChg chg="addSp delSp modSp mod">
          <pc:chgData name="nandini gattu" userId="7c60e549b306b9a9" providerId="LiveId" clId="{06AD4FE6-E867-4E38-B642-BEE40AA9B29D}" dt="2026-10-05T15:38:01.843" v="186" actId="47"/>
          <pc:sldLayoutMkLst>
            <pc:docMk/>
            <pc:sldMasterMk cId="0" sldId="2147483662"/>
            <pc:sldLayoutMk cId="0" sldId="2147483663"/>
          </pc:sldLayoutMkLst>
          <pc:spChg chg="add del mod">
            <ac:chgData name="nandini gattu" userId="7c60e549b306b9a9" providerId="LiveId" clId="{06AD4FE6-E867-4E38-B642-BEE40AA9B29D}" dt="2026-10-05T15:36:27.616" v="165"/>
            <ac:spMkLst>
              <pc:docMk/>
              <pc:sldMasterMk cId="0" sldId="2147483662"/>
              <pc:sldLayoutMk cId="0" sldId="2147483663"/>
              <ac:spMk id="2" creationId="{8ED2204C-5079-773C-E27F-7AD24E3CB3A9}"/>
            </ac:spMkLst>
          </pc:spChg>
          <pc:spChg chg="add del mod">
            <ac:chgData name="nandini gattu" userId="7c60e549b306b9a9" providerId="LiveId" clId="{06AD4FE6-E867-4E38-B642-BEE40AA9B29D}" dt="2026-10-05T15:36:38.241" v="168"/>
            <ac:spMkLst>
              <pc:docMk/>
              <pc:sldMasterMk cId="0" sldId="2147483662"/>
              <pc:sldLayoutMk cId="0" sldId="2147483663"/>
              <ac:spMk id="3" creationId="{B6730B7C-142C-73EC-1B60-F11B13177E3E}"/>
            </ac:spMkLst>
          </pc:spChg>
          <pc:spChg chg="add del mod">
            <ac:chgData name="nandini gattu" userId="7c60e549b306b9a9" providerId="LiveId" clId="{06AD4FE6-E867-4E38-B642-BEE40AA9B29D}" dt="2026-10-05T15:38:01.843" v="186" actId="47"/>
            <ac:spMkLst>
              <pc:docMk/>
              <pc:sldMasterMk cId="0" sldId="2147483662"/>
              <pc:sldLayoutMk cId="0" sldId="2147483663"/>
              <ac:spMk id="4" creationId="{3B72099E-E2CE-6BB5-6B76-DDDA96078ECD}"/>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92414672-7F74-4670-9356-5FF07953FE6B}" type="datetimeFigureOut">
              <a:rPr lang="en-US" smtClean="0"/>
              <a:t>10/6/2026</a:t>
            </a:fld>
            <a:endParaRPr lang="en-US"/>
          </a:p>
        </p:txBody>
      </p:sp>
      <p:sp>
        <p:nvSpPr>
          <p:cNvPr id="4" name="Slide Image Placeholder 3"/>
          <p:cNvSpPr>
            <a:spLocks noGrp="1" noRot="1" noChangeAspect="1"/>
          </p:cNvSpPr>
          <p:nvPr>
            <p:ph type="sldImg" idx="2"/>
          </p:nvPr>
        </p:nvSpPr>
        <p:spPr>
          <a:xfrm>
            <a:off x="215900" y="801688"/>
            <a:ext cx="71278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28FC78BE-84F6-4F5F-974A-47A573FE285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FC78BE-84F6-4F5F-974A-47A573FE2857}"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FC78BE-84F6-4F5F-974A-47A573FE2857}" type="slidenum">
              <a:rPr lang="en-US" smtClean="0"/>
              <a:t>3</a:t>
            </a:fld>
            <a:endParaRPr lang="en-US"/>
          </a:p>
        </p:txBody>
      </p:sp>
    </p:spTree>
    <p:extLst>
      <p:ext uri="{BB962C8B-B14F-4D97-AF65-F5344CB8AC3E}">
        <p14:creationId xmlns:p14="http://schemas.microsoft.com/office/powerpoint/2010/main" val="3775358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8FC78BE-84F6-4F5F-974A-47A573FE2857}" type="slidenum">
              <a:rPr lang="en-US" smtClean="0"/>
              <a:t>6</a:t>
            </a:fld>
            <a:endParaRPr lang="en-US"/>
          </a:p>
        </p:txBody>
      </p:sp>
    </p:spTree>
    <p:extLst>
      <p:ext uri="{BB962C8B-B14F-4D97-AF65-F5344CB8AC3E}">
        <p14:creationId xmlns:p14="http://schemas.microsoft.com/office/powerpoint/2010/main" val="2475142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FC78BE-84F6-4F5F-974A-47A573FE2857}" type="slidenum">
              <a:rPr lang="en-US" smtClean="0"/>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8" name="PlaceHolder 2"/>
          <p:cNvSpPr>
            <a:spLocks noGrp="1"/>
          </p:cNvSpPr>
          <p:nvPr>
            <p:ph type="subTitle"/>
          </p:nvPr>
        </p:nvSpPr>
        <p:spPr>
          <a:xfrm>
            <a:off x="199440" y="1097280"/>
            <a:ext cx="11778840" cy="53946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0" name="PlaceHolder 2"/>
          <p:cNvSpPr>
            <a:spLocks noGrp="1"/>
          </p:cNvSpPr>
          <p:nvPr>
            <p:ph/>
          </p:nvPr>
        </p:nvSpPr>
        <p:spPr>
          <a:xfrm>
            <a:off x="199440" y="1097280"/>
            <a:ext cx="1177884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2"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3"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0" y="232920"/>
            <a:ext cx="12191760" cy="33138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7"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8"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9"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1"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2"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3" name="PlaceHolder 4"/>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5"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6"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7" name="PlaceHolder 4"/>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9" name="PlaceHolder 2"/>
          <p:cNvSpPr>
            <a:spLocks noGrp="1"/>
          </p:cNvSpPr>
          <p:nvPr>
            <p:ph/>
          </p:nvPr>
        </p:nvSpPr>
        <p:spPr>
          <a:xfrm>
            <a:off x="199440" y="109728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0" name="PlaceHolder 3"/>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32"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3"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4"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5" name="PlaceHolder 5"/>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37" name="PlaceHolder 2"/>
          <p:cNvSpPr>
            <a:spLocks noGrp="1"/>
          </p:cNvSpPr>
          <p:nvPr>
            <p:ph/>
          </p:nvPr>
        </p:nvSpPr>
        <p:spPr>
          <a:xfrm>
            <a:off x="19944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8" name="PlaceHolder 3"/>
          <p:cNvSpPr>
            <a:spLocks noGrp="1"/>
          </p:cNvSpPr>
          <p:nvPr>
            <p:ph/>
          </p:nvPr>
        </p:nvSpPr>
        <p:spPr>
          <a:xfrm>
            <a:off x="418212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9" name="PlaceHolder 4"/>
          <p:cNvSpPr>
            <a:spLocks noGrp="1"/>
          </p:cNvSpPr>
          <p:nvPr>
            <p:ph/>
          </p:nvPr>
        </p:nvSpPr>
        <p:spPr>
          <a:xfrm>
            <a:off x="816480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0" name="PlaceHolder 5"/>
          <p:cNvSpPr>
            <a:spLocks noGrp="1"/>
          </p:cNvSpPr>
          <p:nvPr>
            <p:ph/>
          </p:nvPr>
        </p:nvSpPr>
        <p:spPr>
          <a:xfrm>
            <a:off x="19944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1" name="PlaceHolder 6"/>
          <p:cNvSpPr>
            <a:spLocks noGrp="1"/>
          </p:cNvSpPr>
          <p:nvPr>
            <p:ph/>
          </p:nvPr>
        </p:nvSpPr>
        <p:spPr>
          <a:xfrm>
            <a:off x="418212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2" name="PlaceHolder 7"/>
          <p:cNvSpPr>
            <a:spLocks noGrp="1"/>
          </p:cNvSpPr>
          <p:nvPr>
            <p:ph/>
          </p:nvPr>
        </p:nvSpPr>
        <p:spPr>
          <a:xfrm>
            <a:off x="816480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72099E-E2CE-6BB5-6B76-DDDA96078ECD}"/>
              </a:ext>
            </a:extLst>
          </p:cNvPr>
          <p:cNvSpPr txBox="1"/>
          <p:nvPr userDrawn="1"/>
        </p:nvSpPr>
        <p:spPr>
          <a:xfrm>
            <a:off x="5821680" y="-15240"/>
            <a:ext cx="184731" cy="369332"/>
          </a:xfrm>
          <a:prstGeom prst="rect">
            <a:avLst/>
          </a:prstGeom>
          <a:noFill/>
        </p:spPr>
        <p:txBody>
          <a:bodyPr wrap="none" rtlCol="0">
            <a:spAutoFit/>
          </a:bodyPr>
          <a:lstStyle/>
          <a:p>
            <a:endParaRPr lang="en-IN"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dirty="0">
              <a:solidFill>
                <a:srgbClr val="000000"/>
              </a:solidFill>
              <a:latin typeface="Calibri" panose="020F0502020204030204"/>
            </a:endParaRPr>
          </a:p>
        </p:txBody>
      </p:sp>
      <p:sp>
        <p:nvSpPr>
          <p:cNvPr id="52" name="PlaceHolder 2"/>
          <p:cNvSpPr>
            <a:spLocks noGrp="1"/>
          </p:cNvSpPr>
          <p:nvPr>
            <p:ph type="subTitle"/>
          </p:nvPr>
        </p:nvSpPr>
        <p:spPr>
          <a:xfrm>
            <a:off x="199440" y="1097280"/>
            <a:ext cx="11778840" cy="5394600"/>
          </a:xfrm>
          <a:prstGeom prst="rect">
            <a:avLst/>
          </a:prstGeom>
          <a:noFill/>
          <a:ln w="0">
            <a:noFill/>
          </a:ln>
        </p:spPr>
        <p:txBody>
          <a:bodyPr lIns="0" tIns="0" rIns="0" bIns="0" anchor="ctr">
            <a:noAutofit/>
          </a:bodyPr>
          <a:lstStyle/>
          <a:p>
            <a:pPr algn="ctr"/>
            <a:endParaRPr lang="en-IN" sz="3200" b="0" strike="noStrike" spc="-1" dirty="0">
              <a:latin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54" name="PlaceHolder 2"/>
          <p:cNvSpPr>
            <a:spLocks noGrp="1"/>
          </p:cNvSpPr>
          <p:nvPr>
            <p:ph/>
          </p:nvPr>
        </p:nvSpPr>
        <p:spPr>
          <a:xfrm>
            <a:off x="199440" y="1097280"/>
            <a:ext cx="1177884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56"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57"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0" y="232920"/>
            <a:ext cx="12191760" cy="33138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1"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2"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3"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5"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6"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7" name="PlaceHolder 4"/>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9"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0"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1" name="PlaceHolder 4"/>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73" name="PlaceHolder 2"/>
          <p:cNvSpPr>
            <a:spLocks noGrp="1"/>
          </p:cNvSpPr>
          <p:nvPr>
            <p:ph/>
          </p:nvPr>
        </p:nvSpPr>
        <p:spPr>
          <a:xfrm>
            <a:off x="199440" y="109728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4" name="PlaceHolder 3"/>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76"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7"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8"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9" name="PlaceHolder 5"/>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81" name="PlaceHolder 2"/>
          <p:cNvSpPr>
            <a:spLocks noGrp="1"/>
          </p:cNvSpPr>
          <p:nvPr>
            <p:ph/>
          </p:nvPr>
        </p:nvSpPr>
        <p:spPr>
          <a:xfrm>
            <a:off x="19944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2" name="PlaceHolder 3"/>
          <p:cNvSpPr>
            <a:spLocks noGrp="1"/>
          </p:cNvSpPr>
          <p:nvPr>
            <p:ph/>
          </p:nvPr>
        </p:nvSpPr>
        <p:spPr>
          <a:xfrm>
            <a:off x="418212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3" name="PlaceHolder 4"/>
          <p:cNvSpPr>
            <a:spLocks noGrp="1"/>
          </p:cNvSpPr>
          <p:nvPr>
            <p:ph/>
          </p:nvPr>
        </p:nvSpPr>
        <p:spPr>
          <a:xfrm>
            <a:off x="816480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4" name="PlaceHolder 5"/>
          <p:cNvSpPr>
            <a:spLocks noGrp="1"/>
          </p:cNvSpPr>
          <p:nvPr>
            <p:ph/>
          </p:nvPr>
        </p:nvSpPr>
        <p:spPr>
          <a:xfrm>
            <a:off x="19944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5" name="PlaceHolder 6"/>
          <p:cNvSpPr>
            <a:spLocks noGrp="1"/>
          </p:cNvSpPr>
          <p:nvPr>
            <p:ph/>
          </p:nvPr>
        </p:nvSpPr>
        <p:spPr>
          <a:xfrm>
            <a:off x="418212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6" name="PlaceHolder 7"/>
          <p:cNvSpPr>
            <a:spLocks noGrp="1"/>
          </p:cNvSpPr>
          <p:nvPr>
            <p:ph/>
          </p:nvPr>
        </p:nvSpPr>
        <p:spPr>
          <a:xfrm>
            <a:off x="816480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Date Placeholder 3"/>
          <p:cNvSpPr/>
          <p:nvPr/>
        </p:nvSpPr>
        <p:spPr>
          <a:xfrm>
            <a:off x="777240" y="6634440"/>
            <a:ext cx="5781600" cy="220680"/>
          </a:xfrm>
          <a:prstGeom prst="rect">
            <a:avLst/>
          </a:prstGeom>
          <a:solidFill>
            <a:srgbClr val="002060"/>
          </a:solidFill>
          <a:ln w="0">
            <a:noFill/>
          </a:ln>
        </p:spPr>
        <p:style>
          <a:lnRef idx="0">
            <a:scrgbClr r="0" g="0" b="0"/>
          </a:lnRef>
          <a:fillRef idx="0">
            <a:scrgbClr r="0" g="0" b="0"/>
          </a:fillRef>
          <a:effectRef idx="0">
            <a:scrgbClr r="0" g="0" b="0"/>
          </a:effectRef>
          <a:fontRef idx="minor"/>
        </p:style>
      </p:sp>
      <p:sp>
        <p:nvSpPr>
          <p:cNvPr id="8" name="Date Placeholder 3"/>
          <p:cNvSpPr/>
          <p:nvPr/>
        </p:nvSpPr>
        <p:spPr>
          <a:xfrm>
            <a:off x="6559200" y="6634440"/>
            <a:ext cx="5194800" cy="220680"/>
          </a:xfrm>
          <a:prstGeom prst="rect">
            <a:avLst/>
          </a:prstGeom>
          <a:solidFill>
            <a:srgbClr val="008080"/>
          </a:solidFill>
          <a:ln w="0">
            <a:noFill/>
          </a:ln>
        </p:spPr>
        <p:style>
          <a:lnRef idx="0">
            <a:scrgbClr r="0" g="0" b="0"/>
          </a:lnRef>
          <a:fillRef idx="0">
            <a:scrgbClr r="0" g="0" b="0"/>
          </a:fillRef>
          <a:effectRef idx="0">
            <a:scrgbClr r="0" g="0" b="0"/>
          </a:effectRef>
          <a:fontRef idx="minor"/>
        </p:style>
      </p:sp>
      <p:sp>
        <p:nvSpPr>
          <p:cNvPr id="2" name="Date Placeholder 3"/>
          <p:cNvSpPr/>
          <p:nvPr/>
        </p:nvSpPr>
        <p:spPr>
          <a:xfrm>
            <a:off x="11754360" y="6636960"/>
            <a:ext cx="437400" cy="220680"/>
          </a:xfrm>
          <a:prstGeom prst="rect">
            <a:avLst/>
          </a:prstGeom>
          <a:solidFill>
            <a:schemeClr val="accent4"/>
          </a:solidFill>
          <a:ln w="0">
            <a:noFill/>
          </a:ln>
        </p:spPr>
        <p:style>
          <a:lnRef idx="0">
            <a:scrgbClr r="0" g="0" b="0"/>
          </a:lnRef>
          <a:fillRef idx="0">
            <a:scrgbClr r="0" g="0" b="0"/>
          </a:fillRef>
          <a:effectRef idx="0">
            <a:scrgbClr r="0" g="0" b="0"/>
          </a:effectRef>
          <a:fontRef idx="minor"/>
        </p:style>
      </p:sp>
      <p:sp>
        <p:nvSpPr>
          <p:cNvPr id="3" name="Date Placeholder 3"/>
          <p:cNvSpPr/>
          <p:nvPr/>
        </p:nvSpPr>
        <p:spPr>
          <a:xfrm>
            <a:off x="0" y="0"/>
            <a:ext cx="12191760" cy="232560"/>
          </a:xfrm>
          <a:prstGeom prst="rect">
            <a:avLst/>
          </a:prstGeom>
          <a:solidFill>
            <a:srgbClr val="006666"/>
          </a:solidFill>
          <a:ln w="0">
            <a:noFill/>
          </a:ln>
        </p:spPr>
        <p:style>
          <a:lnRef idx="0">
            <a:scrgbClr r="0" g="0" b="0"/>
          </a:lnRef>
          <a:fillRef idx="0">
            <a:scrgbClr r="0" g="0" b="0"/>
          </a:fillRef>
          <a:effectRef idx="0">
            <a:scrgbClr r="0" g="0" b="0"/>
          </a:effectRef>
          <a:fontRef idx="minor"/>
        </p:style>
        <p:txBody>
          <a:bodyPr/>
          <a:lstStyle/>
          <a:p>
            <a:endParaRPr lang="en-IN" dirty="0"/>
          </a:p>
        </p:txBody>
      </p:sp>
      <p:sp>
        <p:nvSpPr>
          <p:cNvPr id="4" name="Date Placeholder 3"/>
          <p:cNvSpPr/>
          <p:nvPr/>
        </p:nvSpPr>
        <p:spPr>
          <a:xfrm>
            <a:off x="0" y="6634440"/>
            <a:ext cx="776880" cy="221040"/>
          </a:xfrm>
          <a:prstGeom prst="rect">
            <a:avLst/>
          </a:prstGeom>
          <a:solidFill>
            <a:schemeClr val="accent2">
              <a:lumMod val="75000"/>
            </a:schemeClr>
          </a:solidFill>
          <a:ln w="0">
            <a:noFill/>
          </a:ln>
        </p:spPr>
        <p:style>
          <a:lnRef idx="0">
            <a:scrgbClr r="0" g="0" b="0"/>
          </a:lnRef>
          <a:fillRef idx="0">
            <a:scrgbClr r="0" g="0" b="0"/>
          </a:fillRef>
          <a:effectRef idx="0">
            <a:scrgbClr r="0" g="0" b="0"/>
          </a:effectRef>
          <a:fontRef idx="minor"/>
        </p:style>
        <p:txBody>
          <a:bodyPr/>
          <a:lstStyle/>
          <a:p>
            <a:endParaRPr lang="en-IN" dirty="0"/>
          </a:p>
        </p:txBody>
      </p:sp>
      <p:sp>
        <p:nvSpPr>
          <p:cNvPr id="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r>
              <a:rPr lang="en-US" sz="1800" b="0" strike="noStrike" spc="-1">
                <a:solidFill>
                  <a:srgbClr val="000000"/>
                </a:solidFill>
                <a:latin typeface="Calibri" panose="020F0502020204030204"/>
              </a:rPr>
              <a:t>Click to edit the title text format</a:t>
            </a:r>
          </a:p>
        </p:txBody>
      </p:sp>
      <p:sp>
        <p:nvSpPr>
          <p:cNvPr id="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1800" indent="-323850" algn="just">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Times New Roman" panose="02020603050405020304"/>
              </a:rPr>
              <a:t>Click to edit the outline text format</a:t>
            </a:r>
          </a:p>
          <a:p>
            <a:pPr marL="864235" lvl="1" indent="-323850" algn="just">
              <a:spcBef>
                <a:spcPts val="1135"/>
              </a:spcBef>
              <a:buClr>
                <a:srgbClr val="000000"/>
              </a:buClr>
              <a:buSzPct val="75000"/>
              <a:buFont typeface="Symbol" panose="05050102010706020507" charset="2"/>
              <a:buChar char=""/>
            </a:pPr>
            <a:r>
              <a:rPr lang="en-US" sz="2000" b="0" strike="noStrike" spc="-1">
                <a:solidFill>
                  <a:srgbClr val="000000"/>
                </a:solidFill>
                <a:latin typeface="Times New Roman" panose="02020603050405020304"/>
              </a:rPr>
              <a:t>Second Outline Level</a:t>
            </a:r>
          </a:p>
          <a:p>
            <a:pPr marL="1296035" lvl="2" indent="-288290" algn="just">
              <a:spcBef>
                <a:spcPts val="850"/>
              </a:spcBef>
              <a:buClr>
                <a:srgbClr val="000000"/>
              </a:buClr>
              <a:buSzPct val="45000"/>
              <a:buFont typeface="Wingdings" panose="05000000000000000000" pitchFamily="2" charset="2"/>
              <a:buChar char=""/>
            </a:pPr>
            <a:r>
              <a:rPr lang="en-US" sz="1800" b="0" strike="noStrike" spc="-1">
                <a:solidFill>
                  <a:srgbClr val="000000"/>
                </a:solidFill>
                <a:latin typeface="Times New Roman" panose="02020603050405020304"/>
              </a:rPr>
              <a:t>Third Outline Level</a:t>
            </a:r>
          </a:p>
          <a:p>
            <a:pPr marL="1727835" lvl="3" indent="-215900" algn="just">
              <a:spcBef>
                <a:spcPts val="565"/>
              </a:spcBef>
              <a:buClr>
                <a:srgbClr val="000000"/>
              </a:buClr>
              <a:buSzPct val="75000"/>
              <a:buFont typeface="Symbol" panose="05050102010706020507" charset="2"/>
              <a:buChar char=""/>
            </a:pPr>
            <a:r>
              <a:rPr lang="en-US" sz="1800" b="0" strike="noStrike" spc="-1">
                <a:solidFill>
                  <a:srgbClr val="000000"/>
                </a:solidFill>
                <a:latin typeface="Times New Roman" panose="02020603050405020304"/>
              </a:rPr>
              <a:t>Fourth Outline Level</a:t>
            </a:r>
          </a:p>
          <a:p>
            <a:pPr marL="2160270" lvl="4"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Fifth Outline Level</a:t>
            </a:r>
          </a:p>
          <a:p>
            <a:pPr marL="2592070" lvl="5"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Sixth Outline Level</a:t>
            </a:r>
          </a:p>
          <a:p>
            <a:pPr marL="3023870" lvl="6"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0" y="195213"/>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a:solidFill>
                  <a:srgbClr val="FFFFFF"/>
                </a:solidFill>
                <a:latin typeface="Times New Roman" panose="02020603050405020304"/>
              </a:rPr>
              <a:t>Click to edit Master title style</a:t>
            </a:r>
            <a:endParaRPr lang="en-US" sz="4400" b="0" strike="noStrike" spc="-1">
              <a:solidFill>
                <a:srgbClr val="000000"/>
              </a:solidFill>
              <a:latin typeface="Calibri" panose="020F0502020204030204"/>
            </a:endParaRPr>
          </a:p>
        </p:txBody>
      </p:sp>
      <p:sp>
        <p:nvSpPr>
          <p:cNvPr id="44" name="PlaceHolder 2"/>
          <p:cNvSpPr>
            <a:spLocks noGrp="1"/>
          </p:cNvSpPr>
          <p:nvPr>
            <p:ph type="body"/>
          </p:nvPr>
        </p:nvSpPr>
        <p:spPr>
          <a:xfrm>
            <a:off x="199440" y="1191548"/>
            <a:ext cx="11778840" cy="5394600"/>
          </a:xfrm>
          <a:prstGeom prst="rect">
            <a:avLst/>
          </a:prstGeom>
          <a:noFill/>
          <a:ln w="0">
            <a:noFill/>
          </a:ln>
        </p:spPr>
        <p:txBody>
          <a:bodyPr anchor="t">
            <a:noAutofit/>
          </a:bodyPr>
          <a:lstStyle/>
          <a:p>
            <a:pPr marL="228600" indent="-228600" algn="just">
              <a:lnSpc>
                <a:spcPct val="90000"/>
              </a:lnSpc>
              <a:spcBef>
                <a:spcPts val="1000"/>
              </a:spcBef>
              <a:buClr>
                <a:srgbClr val="000000"/>
              </a:buClr>
              <a:buFont typeface="Wingdings" panose="05000000000000000000" pitchFamily="2" charset="2"/>
              <a:buChar char=""/>
            </a:pPr>
            <a:r>
              <a:rPr lang="en-US" sz="2800" b="0" strike="noStrike" spc="-1">
                <a:solidFill>
                  <a:srgbClr val="000000"/>
                </a:solidFill>
                <a:latin typeface="Times New Roman" panose="02020603050405020304"/>
              </a:rPr>
              <a:t>Edit Master text styles</a:t>
            </a:r>
          </a:p>
          <a:p>
            <a:pPr marL="685800" lvl="1" indent="-228600" algn="just">
              <a:lnSpc>
                <a:spcPct val="90000"/>
              </a:lnSpc>
              <a:spcBef>
                <a:spcPts val="500"/>
              </a:spcBef>
              <a:buClr>
                <a:srgbClr val="000000"/>
              </a:buClr>
              <a:buFont typeface="Wingdings" panose="05000000000000000000" pitchFamily="2" charset="2"/>
              <a:buChar char=""/>
            </a:pPr>
            <a:r>
              <a:rPr lang="en-US" sz="2400" b="0" strike="noStrike" spc="-1">
                <a:solidFill>
                  <a:srgbClr val="000000"/>
                </a:solidFill>
                <a:latin typeface="Times New Roman" panose="02020603050405020304"/>
              </a:rPr>
              <a:t>Second level</a:t>
            </a:r>
          </a:p>
          <a:p>
            <a:pPr marL="1143000" lvl="2" indent="-228600" algn="just">
              <a:lnSpc>
                <a:spcPct val="90000"/>
              </a:lnSpc>
              <a:spcBef>
                <a:spcPts val="500"/>
              </a:spcBef>
              <a:buClr>
                <a:srgbClr val="000000"/>
              </a:buClr>
              <a:buFont typeface="Courier New" panose="02070309020205020404"/>
              <a:buChar char="o"/>
            </a:pPr>
            <a:r>
              <a:rPr lang="en-US" sz="2000" b="0" strike="noStrike" spc="-1">
                <a:solidFill>
                  <a:srgbClr val="000000"/>
                </a:solidFill>
                <a:latin typeface="Times New Roman" panose="02020603050405020304"/>
              </a:rPr>
              <a:t>Third level</a:t>
            </a:r>
          </a:p>
          <a:p>
            <a:pPr marL="1600200" lvl="3" indent="-228600" algn="just">
              <a:lnSpc>
                <a:spcPct val="90000"/>
              </a:lnSpc>
              <a:spcBef>
                <a:spcPts val="500"/>
              </a:spcBef>
              <a:buClr>
                <a:srgbClr val="000000"/>
              </a:buClr>
              <a:buFont typeface="Wingdings" panose="05000000000000000000" pitchFamily="2" charset="2"/>
              <a:buChar char=""/>
            </a:pPr>
            <a:r>
              <a:rPr lang="en-US" sz="1800" b="0" strike="noStrike" spc="-1">
                <a:solidFill>
                  <a:srgbClr val="000000"/>
                </a:solidFill>
                <a:latin typeface="Times New Roman" panose="02020603050405020304"/>
              </a:rPr>
              <a:t>Fourth level</a:t>
            </a:r>
          </a:p>
          <a:p>
            <a:pPr marL="2057400" lvl="4" indent="-228600" algn="just">
              <a:lnSpc>
                <a:spcPct val="90000"/>
              </a:lnSpc>
              <a:spcBef>
                <a:spcPts val="500"/>
              </a:spcBef>
              <a:buClr>
                <a:srgbClr val="000000"/>
              </a:buClr>
              <a:buFont typeface="Arial" panose="020B0604020202020204"/>
              <a:buChar char="•"/>
            </a:pPr>
            <a:r>
              <a:rPr lang="en-US" sz="1800" b="0" strike="noStrike" spc="-1">
                <a:solidFill>
                  <a:srgbClr val="000000"/>
                </a:solidFill>
                <a:latin typeface="Times New Roman" panose="02020603050405020304"/>
              </a:rPr>
              <a:t>Fifth level</a:t>
            </a:r>
          </a:p>
        </p:txBody>
      </p:sp>
      <p:sp>
        <p:nvSpPr>
          <p:cNvPr id="45" name="Date Placeholder 3"/>
          <p:cNvSpPr/>
          <p:nvPr/>
        </p:nvSpPr>
        <p:spPr>
          <a:xfrm>
            <a:off x="777240" y="6642720"/>
            <a:ext cx="5653800" cy="214920"/>
          </a:xfrm>
          <a:prstGeom prst="rect">
            <a:avLst/>
          </a:prstGeom>
          <a:solidFill>
            <a:srgbClr val="002060"/>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dirty="0">
                <a:solidFill>
                  <a:srgbClr val="FFFFFF"/>
                </a:solidFill>
                <a:latin typeface="Times New Roman" panose="02020603050405020304"/>
              </a:rPr>
              <a:t>Dept. of Computer Science and Engineering</a:t>
            </a:r>
            <a:endParaRPr lang="en-IN" sz="1600" b="0" strike="noStrike" spc="-1" dirty="0">
              <a:latin typeface="Arial" panose="020B0604020202020204"/>
            </a:endParaRPr>
          </a:p>
        </p:txBody>
      </p:sp>
      <p:sp>
        <p:nvSpPr>
          <p:cNvPr id="46" name="Date Placeholder 3"/>
          <p:cNvSpPr/>
          <p:nvPr/>
        </p:nvSpPr>
        <p:spPr>
          <a:xfrm>
            <a:off x="6431400" y="6642000"/>
            <a:ext cx="5322600" cy="215640"/>
          </a:xfrm>
          <a:prstGeom prst="rect">
            <a:avLst/>
          </a:prstGeom>
          <a:solidFill>
            <a:srgbClr val="008080"/>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a:solidFill>
                  <a:srgbClr val="FFFFFF"/>
                </a:solidFill>
                <a:latin typeface="Times New Roman" panose="02020603050405020304"/>
              </a:rPr>
              <a:t>Srinivasa Ramanujan Institute of Technology</a:t>
            </a:r>
            <a:endParaRPr lang="en-IN" sz="1600" b="0" strike="noStrike" spc="-1">
              <a:latin typeface="Arial" panose="020B0604020202020204"/>
            </a:endParaRPr>
          </a:p>
        </p:txBody>
      </p:sp>
      <p:sp>
        <p:nvSpPr>
          <p:cNvPr id="47" name="Date Placeholder 3"/>
          <p:cNvSpPr/>
          <p:nvPr/>
        </p:nvSpPr>
        <p:spPr>
          <a:xfrm>
            <a:off x="11623040" y="6642100"/>
            <a:ext cx="568960" cy="21590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fld id="{287FBA57-AD8A-4D8D-8881-00EAA4F18DD5}" type="slidenum">
              <a:rPr lang="en-IN" sz="1600" b="1" strike="noStrike" spc="-1">
                <a:solidFill>
                  <a:srgbClr val="002060"/>
                </a:solidFill>
                <a:latin typeface="Times New Roman" panose="02020603050405020304"/>
              </a:rPr>
              <a:t>‹#›</a:t>
            </a:fld>
            <a:endParaRPr lang="en-IN" sz="1600" b="0" strike="noStrike" spc="-1">
              <a:latin typeface="Arial" panose="020B0604020202020204"/>
            </a:endParaRPr>
          </a:p>
        </p:txBody>
      </p:sp>
      <p:sp>
        <p:nvSpPr>
          <p:cNvPr id="48" name="Date Placeholder 3"/>
          <p:cNvSpPr/>
          <p:nvPr/>
        </p:nvSpPr>
        <p:spPr>
          <a:xfrm>
            <a:off x="0" y="-94268"/>
            <a:ext cx="12191760" cy="232560"/>
          </a:xfrm>
          <a:prstGeom prst="rect">
            <a:avLst/>
          </a:prstGeom>
          <a:solidFill>
            <a:srgbClr val="006666"/>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400" b="0" strike="noStrike" spc="-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IN" sz="1400" b="0" strike="noStrike" spc="-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I-Based SME Business Growth Prediction System</a:t>
            </a:r>
            <a:endParaRPr lang="en-IN" sz="1400" b="0" strike="noStrike" spc="-1" dirty="0">
              <a:solidFill>
                <a:schemeClr val="bg1"/>
              </a:solidFill>
              <a:latin typeface="Arial" panose="020B0604020202020204"/>
            </a:endParaRPr>
          </a:p>
        </p:txBody>
      </p:sp>
      <p:pic>
        <p:nvPicPr>
          <p:cNvPr id="49" name="Picture 5"/>
          <p:cNvPicPr/>
          <p:nvPr/>
        </p:nvPicPr>
        <p:blipFill>
          <a:blip r:embed="rId14" cstate="print"/>
          <a:stretch>
            <a:fillRect/>
          </a:stretch>
        </p:blipFill>
        <p:spPr>
          <a:xfrm>
            <a:off x="11506320" y="5956200"/>
            <a:ext cx="685440" cy="685440"/>
          </a:xfrm>
          <a:prstGeom prst="rect">
            <a:avLst/>
          </a:prstGeom>
          <a:ln w="0">
            <a:noFill/>
          </a:ln>
        </p:spPr>
      </p:pic>
      <p:sp>
        <p:nvSpPr>
          <p:cNvPr id="50" name="Date Placeholder 3"/>
          <p:cNvSpPr/>
          <p:nvPr/>
        </p:nvSpPr>
        <p:spPr>
          <a:xfrm>
            <a:off x="0" y="6642735"/>
            <a:ext cx="932815" cy="214630"/>
          </a:xfrm>
          <a:prstGeom prst="rect">
            <a:avLst/>
          </a:prstGeom>
          <a:solidFill>
            <a:schemeClr val="accent2">
              <a:lumMod val="75000"/>
            </a:schemeClr>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dirty="0">
                <a:solidFill>
                  <a:srgbClr val="FFFFFF"/>
                </a:solidFill>
                <a:latin typeface="Times New Roman" panose="02020603050405020304"/>
              </a:rPr>
              <a:t>B-08</a:t>
            </a:r>
            <a:endParaRPr lang="en-IN" sz="1600" b="0" strike="noStrike" spc="-1" dirty="0">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ithub.com/SRIT-CSE-PROJECTS/PROJECT-BATCH-B08-2023-27-AY-2026-27-.git" TargetMode="Externa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p:nvPr/>
        </p:nvSpPr>
        <p:spPr>
          <a:xfrm>
            <a:off x="6095991" y="1783000"/>
            <a:ext cx="2382924" cy="584534"/>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5400" b="0" dirty="0">
                <a:effectLst>
                  <a:outerShdw blurRad="38100" dist="38100" dir="2700000" algn="tl">
                    <a:srgbClr val="000000">
                      <a:alpha val="43137"/>
                    </a:srgbClr>
                  </a:outerShdw>
                </a:effectLst>
              </a:rPr>
              <a:t>Swathi K</a:t>
            </a:r>
          </a:p>
          <a:p>
            <a:pPr>
              <a:spcBef>
                <a:spcPts val="300"/>
              </a:spcBef>
            </a:pPr>
            <a:r>
              <a:rPr lang="en-US" sz="2800" b="0" dirty="0"/>
              <a:t>Roll No. 234G1A05G2</a:t>
            </a:r>
          </a:p>
        </p:txBody>
      </p:sp>
      <p:sp>
        <p:nvSpPr>
          <p:cNvPr id="6" name="Subtitle 11"/>
          <p:cNvSpPr txBox="1"/>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IN" sz="2400" b="0" dirty="0">
                <a:effectLst>
                  <a:outerShdw blurRad="38100" dist="38100" dir="2700000" algn="tl">
                    <a:srgbClr val="000000">
                      <a:alpha val="43137"/>
                    </a:srgbClr>
                  </a:outerShdw>
                </a:effectLst>
              </a:rPr>
              <a:t>Mr. M. </a:t>
            </a:r>
            <a:r>
              <a:rPr lang="en-IN" sz="2400" b="0" dirty="0" err="1">
                <a:effectLst>
                  <a:outerShdw blurRad="38100" dist="38100" dir="2700000" algn="tl">
                    <a:srgbClr val="000000">
                      <a:alpha val="43137"/>
                    </a:srgbClr>
                  </a:outerShdw>
                </a:effectLst>
              </a:rPr>
              <a:t>Narasimhulu</a:t>
            </a:r>
            <a:r>
              <a:rPr lang="en-IN" sz="2400" b="0" dirty="0">
                <a:effectLst>
                  <a:outerShdw blurRad="38100" dist="38100" dir="2700000" algn="tl">
                    <a:srgbClr val="000000">
                      <a:alpha val="43137"/>
                    </a:srgbClr>
                  </a:outerShdw>
                </a:effectLst>
              </a:rPr>
              <a:t>, </a:t>
            </a:r>
            <a:r>
              <a:rPr lang="en-IN" sz="1200" dirty="0"/>
              <a:t>M. Tech, Ph.D.</a:t>
            </a:r>
            <a:endParaRPr lang="en-IN" sz="2400" b="0" dirty="0">
              <a:effectLst>
                <a:outerShdw blurRad="38100" dist="38100" dir="2700000" algn="tl">
                  <a:srgbClr val="000000">
                    <a:alpha val="43137"/>
                  </a:srgbClr>
                </a:outerShdw>
              </a:effectLst>
            </a:endParaRPr>
          </a:p>
          <a:p>
            <a:pPr>
              <a:spcBef>
                <a:spcPts val="200"/>
              </a:spcBef>
            </a:pPr>
            <a:r>
              <a:rPr lang="en-IN" sz="2400" b="0" dirty="0">
                <a:effectLst>
                  <a:outerShdw blurRad="38100" dist="38100" dir="2700000" algn="tl">
                    <a:srgbClr val="000000">
                      <a:alpha val="43137"/>
                    </a:srgbClr>
                  </a:outerShdw>
                </a:effectLst>
              </a:rPr>
              <a:t>Assistant Professor</a:t>
            </a:r>
          </a:p>
        </p:txBody>
      </p:sp>
      <p:sp>
        <p:nvSpPr>
          <p:cNvPr id="7" name="Subtitle 11"/>
          <p:cNvSpPr txBox="1"/>
          <p:nvPr/>
        </p:nvSpPr>
        <p:spPr>
          <a:xfrm>
            <a:off x="1514475" y="5162533"/>
            <a:ext cx="9163049" cy="1427181"/>
          </a:xfrm>
          <a:prstGeom prst="rect">
            <a:avLst/>
          </a:prstGeom>
        </p:spPr>
        <p:txBody>
          <a:bodyPr vert="horz" lIns="91440" tIns="45720" rIns="91440" bIns="45720" rtlCol="0">
            <a:normAutofit fontScale="5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a:solidFill>
                  <a:schemeClr val="accent1">
                    <a:lumMod val="50000"/>
                  </a:schemeClr>
                </a:solidFill>
              </a:rPr>
              <a:t>2026-2027</a:t>
            </a:r>
            <a:endParaRPr lang="en-US" sz="2500" b="0" dirty="0"/>
          </a:p>
          <a:p>
            <a:endParaRPr lang="en-IN" b="0" dirty="0"/>
          </a:p>
        </p:txBody>
      </p:sp>
      <p:sp>
        <p:nvSpPr>
          <p:cNvPr id="12" name="Subtitle 11"/>
          <p:cNvSpPr txBox="1"/>
          <p:nvPr/>
        </p:nvSpPr>
        <p:spPr>
          <a:xfrm>
            <a:off x="3574384"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Nandini U</a:t>
            </a:r>
          </a:p>
          <a:p>
            <a:pPr>
              <a:spcBef>
                <a:spcPts val="300"/>
              </a:spcBef>
            </a:pPr>
            <a:r>
              <a:rPr lang="en-US" sz="1200" b="0" dirty="0"/>
              <a:t>Roll No. 234G1A05A8</a:t>
            </a:r>
          </a:p>
        </p:txBody>
      </p:sp>
      <p:sp>
        <p:nvSpPr>
          <p:cNvPr id="13" name="Subtitle 11"/>
          <p:cNvSpPr txBox="1"/>
          <p:nvPr/>
        </p:nvSpPr>
        <p:spPr>
          <a:xfrm>
            <a:off x="8617598" y="1783000"/>
            <a:ext cx="2382924" cy="584534"/>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5400" b="0" dirty="0">
                <a:effectLst>
                  <a:outerShdw blurRad="38100" dist="38100" dir="2700000" algn="tl">
                    <a:srgbClr val="000000">
                      <a:alpha val="43137"/>
                    </a:srgbClr>
                  </a:outerShdw>
                </a:effectLst>
              </a:rPr>
              <a:t>Meghana Y</a:t>
            </a:r>
          </a:p>
          <a:p>
            <a:pPr>
              <a:spcBef>
                <a:spcPts val="300"/>
              </a:spcBef>
            </a:pPr>
            <a:r>
              <a:rPr lang="en-US" sz="2800" b="0" dirty="0"/>
              <a:t>Roll No. 234G1A0595</a:t>
            </a:r>
          </a:p>
        </p:txBody>
      </p:sp>
      <p:sp>
        <p:nvSpPr>
          <p:cNvPr id="14" name="Subtitle 11"/>
          <p:cNvSpPr txBox="1"/>
          <p:nvPr/>
        </p:nvSpPr>
        <p:spPr>
          <a:xfrm>
            <a:off x="1191460"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Nandini G</a:t>
            </a:r>
          </a:p>
          <a:p>
            <a:pPr>
              <a:spcBef>
                <a:spcPts val="300"/>
              </a:spcBef>
            </a:pPr>
            <a:r>
              <a:rPr lang="en-US" sz="1200" b="0" dirty="0"/>
              <a:t>Roll No. 234G1A05A5</a:t>
            </a:r>
          </a:p>
        </p:txBody>
      </p:sp>
      <p:sp>
        <p:nvSpPr>
          <p:cNvPr id="17" name="Rectangle: Rounded Corners 16"/>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AI-</a:t>
            </a:r>
            <a:r>
              <a:rPr lang="en-IN" sz="32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Bsed</a:t>
            </a:r>
            <a:r>
              <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SME Business Growth Prediction System</a:t>
            </a:r>
          </a:p>
        </p:txBody>
      </p:sp>
      <p:sp>
        <p:nvSpPr>
          <p:cNvPr id="18" name="Rectangle 17"/>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332301" y="3496113"/>
            <a:ext cx="1527379" cy="16854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rgbClr val="FFFFFF"/>
          </a:fgClr>
          <a:bgClr>
            <a:schemeClr val="bg1"/>
          </a:bgClr>
        </a:pattFill>
        <a:effectLst/>
      </p:bgPr>
    </p:bg>
    <p:spTree>
      <p:nvGrpSpPr>
        <p:cNvPr id="1" name=""/>
        <p:cNvGrpSpPr/>
        <p:nvPr/>
      </p:nvGrpSpPr>
      <p:grpSpPr>
        <a:xfrm>
          <a:off x="0" y="0"/>
          <a:ext cx="0" cy="0"/>
          <a:chOff x="0" y="0"/>
          <a:chExt cx="0" cy="0"/>
        </a:xfrm>
      </p:grpSpPr>
      <p:sp>
        <p:nvSpPr>
          <p:cNvPr id="97" name="PlaceHolder 1"/>
          <p:cNvSpPr>
            <a:spLocks noGrp="1"/>
          </p:cNvSpPr>
          <p:nvPr>
            <p:ph type="title"/>
          </p:nvPr>
        </p:nvSpPr>
        <p:spPr>
          <a:xfrm>
            <a:off x="24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Contents</a:t>
            </a:r>
            <a:endParaRPr lang="en-US" sz="4400" b="0" strike="noStrike" spc="-1" dirty="0">
              <a:solidFill>
                <a:srgbClr val="000000"/>
              </a:solidFill>
              <a:latin typeface="Calibri" panose="020F0502020204030204"/>
            </a:endParaRPr>
          </a:p>
        </p:txBody>
      </p:sp>
      <p:sp>
        <p:nvSpPr>
          <p:cNvPr id="98" name="PlaceHolder 2"/>
          <p:cNvSpPr>
            <a:spLocks noGrp="1"/>
          </p:cNvSpPr>
          <p:nvPr>
            <p:ph/>
          </p:nvPr>
        </p:nvSpPr>
        <p:spPr>
          <a:xfrm>
            <a:off x="199440" y="1097280"/>
            <a:ext cx="11778840" cy="5394600"/>
          </a:xfrm>
          <a:prstGeom prst="rect">
            <a:avLst/>
          </a:prstGeom>
          <a:noFill/>
          <a:ln w="0">
            <a:noFill/>
          </a:ln>
        </p:spPr>
        <p:txBody>
          <a:bodyPr anchor="t">
            <a:noAutofit/>
          </a:bodyPr>
          <a:lstStyle/>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pitchFamily="18" charset="0"/>
                <a:cs typeface="Times New Roman" panose="02020603050405020304" pitchFamily="18" charset="0"/>
              </a:rPr>
              <a:t>Research Gaps Identification</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pitchFamily="18" charset="0"/>
                <a:cs typeface="Times New Roman" panose="02020603050405020304" pitchFamily="18" charset="0"/>
              </a:rPr>
              <a:t>Problem statement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pitchFamily="18" charset="0"/>
                <a:cs typeface="Times New Roman" panose="02020603050405020304" pitchFamily="18" charset="0"/>
              </a:rPr>
              <a:t>Objectives of Project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pitchFamily="18" charset="0"/>
                <a:cs typeface="Times New Roman" panose="02020603050405020304" pitchFamily="18" charset="0"/>
              </a:rPr>
              <a:t>Proposal System</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pitchFamily="18" charset="0"/>
                <a:cs typeface="Times New Roman" panose="02020603050405020304" pitchFamily="18" charset="0"/>
              </a:rPr>
              <a:t>Title Justification (Tentative)</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pitchFamily="18" charset="0"/>
                <a:cs typeface="Times New Roman" panose="02020603050405020304" pitchFamily="18" charset="0"/>
              </a:rPr>
              <a:t>Abstract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pitchFamily="18" charset="0"/>
                <a:cs typeface="Times New Roman" panose="02020603050405020304" pitchFamily="18" charset="0"/>
              </a:rPr>
              <a:t>References</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pitchFamily="18" charset="0"/>
                <a:cs typeface="Times New Roman" panose="02020603050405020304" pitchFamily="18" charset="0"/>
              </a:rPr>
              <a:t>GitHub Link</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pitchFamily="18" charset="0"/>
                <a:cs typeface="Times New Roman" panose="02020603050405020304" pitchFamily="18" charset="0"/>
              </a:rPr>
              <a:t>Queries</a:t>
            </a:r>
          </a:p>
          <a:p>
            <a:pPr algn="just">
              <a:lnSpc>
                <a:spcPct val="90000"/>
              </a:lnSpc>
              <a:spcBef>
                <a:spcPts val="1000"/>
              </a:spcBef>
              <a:tabLst>
                <a:tab pos="0" algn="l"/>
              </a:tabLst>
            </a:pPr>
            <a:endParaRPr lang="en-US" sz="28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32371DE-BFAD-3043-27D8-87D9EBFA3230}"/>
              </a:ext>
            </a:extLst>
          </p:cNvPr>
          <p:cNvSpPr txBox="1"/>
          <p:nvPr/>
        </p:nvSpPr>
        <p:spPr>
          <a:xfrm>
            <a:off x="570271" y="6744929"/>
            <a:ext cx="184731" cy="369332"/>
          </a:xfrm>
          <a:prstGeom prst="rect">
            <a:avLst/>
          </a:prstGeom>
          <a:noFill/>
        </p:spPr>
        <p:txBody>
          <a:bodyPr wrap="none" rtlCol="0">
            <a:spAutoFit/>
          </a:bodyPr>
          <a:lstStyle/>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24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spc="-1" dirty="0">
                <a:solidFill>
                  <a:schemeClr val="bg1"/>
                </a:solidFill>
                <a:latin typeface="Times New Roman" panose="02020603050405020304"/>
                <a:sym typeface="+mn-ea"/>
              </a:rPr>
              <a:t>Research Gaps Identification</a:t>
            </a:r>
            <a:endParaRPr lang="en-US" sz="4400" b="0" strike="noStrike" spc="-1" dirty="0">
              <a:solidFill>
                <a:schemeClr val="bg1"/>
              </a:solidFill>
              <a:latin typeface="Calibri" panose="020F0502020204030204"/>
            </a:endParaRPr>
          </a:p>
        </p:txBody>
      </p:sp>
      <p:sp>
        <p:nvSpPr>
          <p:cNvPr id="98" name="PlaceHolder 2"/>
          <p:cNvSpPr>
            <a:spLocks noGrp="1"/>
          </p:cNvSpPr>
          <p:nvPr>
            <p:ph/>
          </p:nvPr>
        </p:nvSpPr>
        <p:spPr>
          <a:xfrm>
            <a:off x="152400" y="1066800"/>
            <a:ext cx="11811000" cy="5334000"/>
          </a:xfrm>
          <a:prstGeom prst="rect">
            <a:avLst/>
          </a:prstGeom>
          <a:noFill/>
          <a:ln w="0">
            <a:noFill/>
          </a:ln>
        </p:spPr>
        <p:txBody>
          <a:bodyPr anchor="t">
            <a:noAutofit/>
          </a:bodyPr>
          <a:lstStyle/>
          <a:p>
            <a:pPr marL="457200" indent="-457200" algn="l">
              <a:buFont typeface="+mj-lt"/>
              <a:buAutoNum type="arabicPeriod"/>
            </a:pPr>
            <a:r>
              <a:rPr lang="en-IN" sz="2400" b="1" dirty="0">
                <a:latin typeface="Times New Roman" panose="02020603050405020304" pitchFamily="18" charset="0"/>
                <a:cs typeface="Times New Roman" panose="02020603050405020304" pitchFamily="18" charset="0"/>
              </a:rPr>
              <a:t>Limited Generalizability Across SME Sectors</a:t>
            </a:r>
            <a:endParaRPr lang="en-US" sz="2400" b="1"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Existing SME growth prediction studies often focus on specific sectors such as food processing or manufacturing, limiting their applicability to different types of SMEs. </a:t>
            </a:r>
          </a:p>
          <a:p>
            <a:pPr algn="just"/>
            <a:r>
              <a:rPr lang="en-IN" sz="2400" b="1" dirty="0">
                <a:latin typeface="Times New Roman" panose="02020603050405020304" pitchFamily="18" charset="0"/>
                <a:cs typeface="Times New Roman" panose="02020603050405020304" pitchFamily="18" charset="0"/>
              </a:rPr>
              <a:t>2.  Prediction Without Actionable Business Guidance</a:t>
            </a:r>
            <a:endParaRPr lang="en-US" sz="2400" b="1"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Existing approaches mainly focus on predicting sales, profit, efficiency, or firm performance. There is a need to go beyond prediction by identifying the factors influencing growth and providing actionable business guidance.</a:t>
            </a:r>
          </a:p>
          <a:p>
            <a:pPr algn="just"/>
            <a:r>
              <a:rPr lang="en-IN" sz="2400" b="1" dirty="0">
                <a:latin typeface="Times New Roman" panose="02020603050405020304" pitchFamily="18" charset="0"/>
                <a:cs typeface="Times New Roman" panose="02020603050405020304" pitchFamily="18" charset="0"/>
              </a:rPr>
              <a:t>3.  Static and Limited Historical Analysis</a:t>
            </a:r>
          </a:p>
          <a:p>
            <a:pPr algn="just"/>
            <a:r>
              <a:rPr lang="en-IN" sz="2400" dirty="0">
                <a:latin typeface="Times New Roman" panose="02020603050405020304" pitchFamily="18" charset="0"/>
                <a:cs typeface="Times New Roman" panose="02020603050405020304" pitchFamily="18" charset="0"/>
              </a:rPr>
              <a:t>Several approaches rely on static or cross-sectional business data and have limited ability to analyse long-term business trends. There is a need to use periodic business data to monitor changes in revenue, expenses, customers, and profit over time.</a:t>
            </a:r>
          </a:p>
          <a:p>
            <a:pPr algn="just"/>
            <a:r>
              <a:rPr lang="en-IN" sz="2400" b="1" dirty="0">
                <a:latin typeface="Times New Roman" panose="02020603050405020304" pitchFamily="18" charset="0"/>
                <a:cs typeface="Times New Roman" panose="02020603050405020304" pitchFamily="18" charset="0"/>
              </a:rPr>
              <a:t>4.  Lack of User-Oriented Explainability</a:t>
            </a:r>
          </a:p>
          <a:p>
            <a:pPr algn="just"/>
            <a:r>
              <a:rPr lang="en-IN" sz="2400" dirty="0">
                <a:latin typeface="Times New Roman" panose="02020603050405020304" pitchFamily="18" charset="0"/>
                <a:cs typeface="Times New Roman" panose="02020603050405020304" pitchFamily="18" charset="0"/>
              </a:rPr>
              <a:t>Although Explainable AI techniques such as SHAP and LIME are increasingly used, there is a need to present model explanations in a simple and understandable form for non-technical SME business users. </a:t>
            </a:r>
          </a:p>
        </p:txBody>
      </p:sp>
    </p:spTree>
    <p:extLst>
      <p:ext uri="{BB962C8B-B14F-4D97-AF65-F5344CB8AC3E}">
        <p14:creationId xmlns:p14="http://schemas.microsoft.com/office/powerpoint/2010/main" val="879028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Problem Statement</a:t>
            </a:r>
            <a:endParaRPr lang="en-US" sz="4400" b="0" strike="noStrike" spc="-1" dirty="0">
              <a:solidFill>
                <a:srgbClr val="000000"/>
              </a:solidFill>
              <a:latin typeface="Calibri" panose="020F0502020204030204"/>
            </a:endParaRPr>
          </a:p>
        </p:txBody>
      </p:sp>
      <p:sp>
        <p:nvSpPr>
          <p:cNvPr id="102" name="PlaceHolder 2"/>
          <p:cNvSpPr>
            <a:spLocks noGrp="1"/>
          </p:cNvSpPr>
          <p:nvPr>
            <p:ph/>
          </p:nvPr>
        </p:nvSpPr>
        <p:spPr>
          <a:xfrm>
            <a:off x="199440" y="1097280"/>
            <a:ext cx="11459520" cy="5075280"/>
          </a:xfrm>
          <a:prstGeom prst="rect">
            <a:avLst/>
          </a:prstGeom>
          <a:noFill/>
          <a:ln w="0">
            <a:noFill/>
          </a:ln>
        </p:spPr>
        <p:txBody>
          <a:bodyPr anchor="t">
            <a:noAutofit/>
          </a:bodyPr>
          <a:lstStyle/>
          <a:p>
            <a:pPr algn="just"/>
            <a:r>
              <a:rPr lang="en-US" sz="2400" b="1" dirty="0">
                <a:latin typeface="Times New Roman" panose="02020603050405020304" pitchFamily="18" charset="0"/>
                <a:cs typeface="Times New Roman" panose="02020603050405020304" pitchFamily="18" charset="0"/>
              </a:rPr>
              <a:t>Problem Statement</a:t>
            </a:r>
            <a:endParaRPr lang="en-US"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Small and Medium Enterprises (SMEs) often generate valuable financial and operational data, but many small business owners lack intelligent tools to analyse this information and understand their future business growth.</a:t>
            </a:r>
          </a:p>
          <a:p>
            <a:pPr algn="just"/>
            <a:r>
              <a:rPr lang="en-IN" sz="2400" b="1" dirty="0">
                <a:latin typeface="Times New Roman" panose="02020603050405020304" pitchFamily="18" charset="0"/>
                <a:cs typeface="Times New Roman" panose="02020603050405020304" pitchFamily="18" charset="0"/>
              </a:rPr>
              <a:t>Business information includes:</a:t>
            </a:r>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Revenue, Expenses, Number of customers, Marketing expenditure, Loan EMI, Historical business records</a:t>
            </a:r>
          </a:p>
          <a:p>
            <a:pPr algn="just"/>
            <a:r>
              <a:rPr lang="en-US" sz="2400" b="1" dirty="0">
                <a:latin typeface="Times New Roman" panose="02020603050405020304" pitchFamily="18" charset="0"/>
                <a:cs typeface="Times New Roman" panose="02020603050405020304" pitchFamily="18" charset="0"/>
              </a:rPr>
              <a:t>Problem</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It is difficult for SME owners to:</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Predict future growth from historical business performance.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Identify the major factors influencing growth or decline.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Understand why an AI model produced a particular prediction.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Identify potential business risks at an early stage.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Convert prediction results into useful business decisions.</a:t>
            </a:r>
          </a:p>
          <a:p>
            <a:pPr algn="just">
              <a:lnSpc>
                <a:spcPct val="90000"/>
              </a:lnSpc>
              <a:spcBef>
                <a:spcPts val="1000"/>
              </a:spcBef>
              <a:buClr>
                <a:srgbClr val="000000"/>
              </a:buClr>
            </a:pPr>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90000"/>
              </a:lnSpc>
              <a:spcBef>
                <a:spcPts val="1000"/>
              </a:spcBef>
              <a:buClr>
                <a:srgbClr val="000000"/>
              </a:buClr>
            </a:pPr>
            <a:endParaRPr lang="en-US" sz="24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a:solidFill>
                  <a:srgbClr val="FFFFFF"/>
                </a:solidFill>
                <a:latin typeface="Times New Roman" panose="02020603050405020304"/>
              </a:rPr>
              <a:t>Objectives of Project</a:t>
            </a:r>
            <a:endParaRPr lang="en-US" sz="4400" b="0" strike="noStrike" spc="-1">
              <a:solidFill>
                <a:srgbClr val="000000"/>
              </a:solidFill>
              <a:latin typeface="Calibri" panose="020F0502020204030204"/>
            </a:endParaRPr>
          </a:p>
        </p:txBody>
      </p:sp>
      <p:sp>
        <p:nvSpPr>
          <p:cNvPr id="104" name="PlaceHolder 2"/>
          <p:cNvSpPr>
            <a:spLocks noGrp="1"/>
          </p:cNvSpPr>
          <p:nvPr>
            <p:ph/>
          </p:nvPr>
        </p:nvSpPr>
        <p:spPr>
          <a:xfrm>
            <a:off x="199440" y="1133280"/>
            <a:ext cx="11992320" cy="5394600"/>
          </a:xfrm>
          <a:prstGeom prst="rect">
            <a:avLst/>
          </a:prstGeom>
          <a:noFill/>
          <a:ln w="0">
            <a:noFill/>
          </a:ln>
        </p:spPr>
        <p:txBody>
          <a:bodyPr anchor="t">
            <a:normAutofit/>
          </a:bodyPr>
          <a:lstStyle/>
          <a:p>
            <a:pPr algn="l"/>
            <a:r>
              <a:rPr lang="en-US" sz="2400" b="1" dirty="0">
                <a:latin typeface="Times New Roman" panose="02020603050405020304" pitchFamily="18" charset="0"/>
                <a:cs typeface="Times New Roman" panose="02020603050405020304" pitchFamily="18" charset="0"/>
              </a:rPr>
              <a:t>Objective 1</a:t>
            </a:r>
            <a:br>
              <a:rPr lang="en-US"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To develop machine-learning models using historical SME business data to predict business growth and forecast future revenue.</a:t>
            </a:r>
          </a:p>
          <a:p>
            <a:pPr algn="l"/>
            <a:r>
              <a:rPr lang="en-US" sz="2400" b="1" dirty="0">
                <a:latin typeface="Times New Roman" panose="02020603050405020304" pitchFamily="18" charset="0"/>
                <a:cs typeface="Times New Roman" panose="02020603050405020304" pitchFamily="18" charset="0"/>
              </a:rPr>
              <a:t>Objective 2</a:t>
            </a:r>
            <a:br>
              <a:rPr lang="en-US"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To analyse historical business trends and use Explainable AI (SHAP) to identify the key factors influencing growth, performance, and potential risks</a:t>
            </a:r>
          </a:p>
          <a:p>
            <a:pPr lvl="0"/>
            <a:r>
              <a:rPr lang="en-US" sz="2400" b="1" dirty="0">
                <a:latin typeface="Times New Roman" panose="02020603050405020304" pitchFamily="18" charset="0"/>
                <a:cs typeface="Times New Roman" panose="02020603050405020304" pitchFamily="18" charset="0"/>
              </a:rPr>
              <a:t>Supporting Objectives</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Collect and preprocess SME business data.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Analyse revenue, expenses, customers, profit, marketing, and other business indicators.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Compare suitable ML models for growth prediction.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Identify important growth factors and potential risks.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Present predictions, explanations, forecasts, and recommendations through a </a:t>
            </a:r>
            <a:r>
              <a:rPr lang="en-IN" sz="2400" b="1" dirty="0">
                <a:latin typeface="Times New Roman" panose="02020603050405020304" pitchFamily="18" charset="0"/>
                <a:cs typeface="Times New Roman" panose="02020603050405020304" pitchFamily="18" charset="0"/>
              </a:rPr>
              <a:t>dashboard</a:t>
            </a:r>
            <a:r>
              <a:rPr lang="en-IN" sz="2400" dirty="0">
                <a:latin typeface="Times New Roman" panose="02020603050405020304" pitchFamily="18" charset="0"/>
                <a:cs typeface="Times New Roman" panose="02020603050405020304" pitchFamily="18" charset="0"/>
              </a:rPr>
              <a:t>.</a:t>
            </a:r>
          </a:p>
          <a:p>
            <a:pPr lvl="0"/>
            <a:endParaRPr lang="en-IN"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p:nvPr>
        </p:nvSpPr>
        <p:spPr>
          <a:xfrm>
            <a:off x="199440" y="1025280"/>
            <a:ext cx="11916360" cy="5451720"/>
          </a:xfrm>
          <a:prstGeom prst="rect">
            <a:avLst/>
          </a:prstGeom>
          <a:solidFill>
            <a:srgbClr val="FFFFFF"/>
          </a:solidFill>
          <a:ln w="12600">
            <a:solidFill>
              <a:srgbClr val="FFFFFF"/>
            </a:solidFill>
            <a:miter/>
          </a:ln>
        </p:spPr>
        <p:txBody>
          <a:bodyPr anchor="t">
            <a:noAutofit/>
          </a:bodyPr>
          <a:lstStyle/>
          <a:p>
            <a:pPr algn="l"/>
            <a:r>
              <a:rPr lang="en-IN" sz="2000" b="1" dirty="0">
                <a:latin typeface="Times New Roman" panose="02020603050405020304" pitchFamily="18" charset="0"/>
                <a:cs typeface="Times New Roman" panose="02020603050405020304" pitchFamily="18" charset="0"/>
              </a:rPr>
              <a:t>AI - Based SME Business Growth Prediction System </a:t>
            </a:r>
          </a:p>
          <a:p>
            <a:pPr algn="l"/>
            <a:r>
              <a:rPr lang="en-IN" sz="2000" dirty="0">
                <a:latin typeface="Times New Roman" panose="02020603050405020304" pitchFamily="18" charset="0"/>
                <a:cs typeface="Times New Roman" panose="02020603050405020304" pitchFamily="18" charset="0"/>
              </a:rPr>
              <a:t>The proposed system uses AI/ML to analyse historical and monthly SME business information, predict expected growth, and provide explained, personalised guidance.</a:t>
            </a:r>
          </a:p>
          <a:p>
            <a:pPr lvl="0" algn="l" rtl="0"/>
            <a:r>
              <a:rPr lang="en-IN" sz="2000" b="1" dirty="0">
                <a:latin typeface="Times New Roman" panose="02020603050405020304" pitchFamily="18" charset="0"/>
                <a:cs typeface="Times New Roman" panose="02020603050405020304" pitchFamily="18" charset="0"/>
              </a:rPr>
              <a:t>Input Parameters</a:t>
            </a:r>
          </a:p>
          <a:p>
            <a:pPr marL="342900" lvl="0" indent="-342900" algn="l" rtl="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Business profile: sector, location, business age, employees</a:t>
            </a:r>
          </a:p>
          <a:p>
            <a:pPr marL="342900" lvl="0" indent="-342900" algn="l" rtl="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Monthly revenue and number of customers</a:t>
            </a:r>
          </a:p>
          <a:p>
            <a:pPr marL="342900" lvl="0" indent="-342900" algn="l" rtl="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Expenses: raw material, salaries, rent, utilities, marketing, other</a:t>
            </a:r>
          </a:p>
          <a:p>
            <a:pPr marL="342900" lvl="0" indent="-342900" algn="l" rtl="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Loan EMI</a:t>
            </a:r>
          </a:p>
          <a:p>
            <a:pPr marL="342900" lvl="0" indent="-342900" algn="l" rtl="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Calculated indicators: profit, margins, growth rates, cost ratios</a:t>
            </a:r>
          </a:p>
          <a:p>
            <a:pPr lvl="0" algn="l" rtl="0"/>
            <a:r>
              <a:rPr lang="en-IN" sz="2000" b="1" dirty="0">
                <a:latin typeface="Times New Roman" panose="02020603050405020304" pitchFamily="18" charset="0"/>
                <a:cs typeface="Times New Roman" panose="02020603050405020304" pitchFamily="18" charset="0"/>
              </a:rPr>
              <a:t>AI/ML Models</a:t>
            </a:r>
            <a:br>
              <a:rPr lang="en-IN" sz="24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Random Forest,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for growth classification, Holt-Winters / ARIMA for revenue forecasting</a:t>
            </a:r>
          </a:p>
          <a:p>
            <a:pPr lvl="0" algn="l" rtl="0"/>
            <a:r>
              <a:rPr lang="en-IN" sz="2000" b="1" dirty="0">
                <a:latin typeface="Times New Roman" panose="02020603050405020304" pitchFamily="18" charset="0"/>
                <a:cs typeface="Times New Roman" panose="02020603050405020304" pitchFamily="18" charset="0"/>
              </a:rPr>
              <a:t>System Outputs</a:t>
            </a:r>
            <a:br>
              <a:rPr lang="en-IN" sz="24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Growth Status (High Growth / Stable / At Risk), 3-Month Revenue Forecast, Key Factors Influencing Prediction, Business Risk Indicators, Periodic Risk Reports, Personalised Recommendations</a:t>
            </a:r>
          </a:p>
          <a:p>
            <a:pPr lvl="0" algn="l" rtl="0"/>
            <a:r>
              <a:rPr lang="en-US" sz="2000" b="1" dirty="0">
                <a:latin typeface="Times New Roman" panose="02020603050405020304" pitchFamily="18" charset="0"/>
                <a:cs typeface="Times New Roman" panose="02020603050405020304" pitchFamily="18" charset="0"/>
              </a:rPr>
              <a:t>Workflow</a:t>
            </a:r>
          </a:p>
          <a:p>
            <a:pPr algn="l"/>
            <a:r>
              <a:rPr lang="en-IN" sz="2000" dirty="0">
                <a:latin typeface="Times New Roman" panose="02020603050405020304" pitchFamily="18" charset="0"/>
                <a:cs typeface="Times New Roman" panose="02020603050405020304" pitchFamily="18" charset="0"/>
              </a:rPr>
              <a:t>SME Business Data → Data Preprocessing →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 Random Forest → SME Growth Prediction → ARIMA / Holt-Winters → Revenue Forecasting → SHAP Explainability → Business Risk &amp; Performance Analysis → Personalised Recommendations → Dashboard</a:t>
            </a:r>
          </a:p>
        </p:txBody>
      </p:sp>
      <p:sp>
        <p:nvSpPr>
          <p:cNvPr id="110" name="PlaceHolder 2"/>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a:solidFill>
                  <a:srgbClr val="FFFFFF"/>
                </a:solidFill>
                <a:latin typeface="Times New Roman" panose="02020603050405020304"/>
              </a:rPr>
              <a:t>Proposed System</a:t>
            </a:r>
            <a:endParaRPr lang="en-US" sz="4400" b="0" strike="noStrike" spc="-1">
              <a:solidFill>
                <a:srgbClr val="000000"/>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24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dirty="0">
                <a:solidFill>
                  <a:schemeClr val="bg1"/>
                </a:solidFill>
                <a:latin typeface="Times New Roman" panose="02020603050405020304"/>
                <a:sym typeface="+mn-ea"/>
              </a:rPr>
              <a:t>Title Justification</a:t>
            </a:r>
            <a:endParaRPr lang="en-US" sz="4400" b="0" strike="noStrike" spc="-1" dirty="0">
              <a:solidFill>
                <a:schemeClr val="bg1"/>
              </a:solidFill>
              <a:latin typeface="Calibri" panose="020F0502020204030204"/>
            </a:endParaRPr>
          </a:p>
        </p:txBody>
      </p:sp>
      <p:sp>
        <p:nvSpPr>
          <p:cNvPr id="98" name="PlaceHolder 2"/>
          <p:cNvSpPr>
            <a:spLocks noGrp="1"/>
          </p:cNvSpPr>
          <p:nvPr>
            <p:ph/>
          </p:nvPr>
        </p:nvSpPr>
        <p:spPr>
          <a:xfrm>
            <a:off x="152400" y="990600"/>
            <a:ext cx="11856540" cy="5638800"/>
          </a:xfrm>
          <a:prstGeom prst="rect">
            <a:avLst/>
          </a:prstGeom>
          <a:noFill/>
          <a:ln w="0">
            <a:noFill/>
          </a:ln>
        </p:spPr>
        <p:txBody>
          <a:bodyPr anchor="t">
            <a:noAutofit/>
          </a:bodyPr>
          <a:lstStyle/>
          <a:p>
            <a:pPr>
              <a:lnSpc>
                <a:spcPct val="150000"/>
              </a:lnSpc>
            </a:pPr>
            <a:r>
              <a:rPr lang="en-US" sz="2400" b="1" dirty="0">
                <a:latin typeface="Times New Roman" panose="02020603050405020304" pitchFamily="18" charset="0"/>
                <a:cs typeface="Times New Roman" panose="02020603050405020304" pitchFamily="18" charset="0"/>
              </a:rPr>
              <a:t>AI – Based SME Business Growth Prediction System</a:t>
            </a:r>
            <a:endParaRPr lang="en-US" sz="2400" dirty="0">
              <a:latin typeface="Times New Roman" panose="02020603050405020304" pitchFamily="18" charset="0"/>
              <a:cs typeface="Times New Roman" panose="02020603050405020304" pitchFamily="18" charset="0"/>
            </a:endParaRPr>
          </a:p>
          <a:p>
            <a:pPr marL="342900" lvl="0" indent="-342900" rtl="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AI-Based:</a:t>
            </a:r>
            <a:r>
              <a:rPr lang="en-IN" sz="2400" dirty="0">
                <a:latin typeface="Times New Roman" panose="02020603050405020304" pitchFamily="18" charset="0"/>
                <a:cs typeface="Times New Roman" panose="02020603050405020304" pitchFamily="18" charset="0"/>
              </a:rPr>
              <a:t> uses machine learning for classification and forecasting, with explainable AI.</a:t>
            </a:r>
          </a:p>
          <a:p>
            <a:pPr marL="342900" lvl="0" indent="-342900" rtl="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SME Business Growth Prediction:</a:t>
            </a:r>
            <a:r>
              <a:rPr lang="en-IN" sz="2400" dirty="0">
                <a:latin typeface="Times New Roman" panose="02020603050405020304" pitchFamily="18" charset="0"/>
                <a:cs typeface="Times New Roman" panose="02020603050405020304" pitchFamily="18" charset="0"/>
              </a:rPr>
              <a:t> predicts growth status and forecasts revenue for small and medium businesses.</a:t>
            </a:r>
          </a:p>
          <a:p>
            <a:pPr marL="342900" lvl="0" indent="-342900" rtl="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Explainable and Personalised:</a:t>
            </a:r>
            <a:r>
              <a:rPr lang="en-IN" sz="2400" dirty="0">
                <a:latin typeface="Times New Roman" panose="02020603050405020304" pitchFamily="18" charset="0"/>
                <a:cs typeface="Times New Roman" panose="02020603050405020304" pitchFamily="18" charset="0"/>
              </a:rPr>
              <a:t> uses SHAP to explain each prediction and gives guidance based on the individual business's own data.</a:t>
            </a:r>
          </a:p>
          <a:p>
            <a:pPr marL="342900" lvl="0" indent="-342900" rtl="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Risk Reports and Recommendations:</a:t>
            </a:r>
            <a:r>
              <a:rPr lang="en-IN" sz="2400" dirty="0">
                <a:latin typeface="Times New Roman" panose="02020603050405020304" pitchFamily="18" charset="0"/>
                <a:cs typeface="Times New Roman" panose="02020603050405020304" pitchFamily="18" charset="0"/>
              </a:rPr>
              <a:t> detects business risks and provides periodic reports and recommendations.</a:t>
            </a:r>
          </a:p>
          <a:p>
            <a:pPr marL="342900" lvl="0" indent="-342900" rtl="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lgn="just">
              <a:lnSpc>
                <a:spcPct val="150000"/>
              </a:lnSpc>
              <a:spcBef>
                <a:spcPts val="1000"/>
              </a:spcBef>
              <a:tabLst>
                <a:tab pos="0" algn="l"/>
              </a:tabLst>
            </a:pPr>
            <a:endParaRPr lang="en-US" sz="24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gn="l">
              <a:lnSpc>
                <a:spcPct val="90000"/>
              </a:lnSpc>
              <a:spcBef>
                <a:spcPts val="1000"/>
              </a:spcBef>
            </a:pPr>
            <a:r>
              <a:rPr lang="en-US" sz="4400" b="0" strike="noStrike" spc="-1" dirty="0">
                <a:solidFill>
                  <a:schemeClr val="bg1"/>
                </a:solidFill>
                <a:latin typeface="Times New Roman" panose="02020603050405020304"/>
              </a:rPr>
              <a:t>Abstract</a:t>
            </a:r>
            <a:endParaRPr lang="en-US" sz="4400" b="0" strike="noStrike" spc="-1" dirty="0">
              <a:solidFill>
                <a:schemeClr val="bg1"/>
              </a:solidFill>
              <a:latin typeface="Calibri" panose="020F0502020204030204"/>
            </a:endParaRPr>
          </a:p>
        </p:txBody>
      </p:sp>
      <p:sp>
        <p:nvSpPr>
          <p:cNvPr id="100" name="PlaceHolder 2"/>
          <p:cNvSpPr>
            <a:spLocks noGrp="1"/>
          </p:cNvSpPr>
          <p:nvPr>
            <p:ph/>
          </p:nvPr>
        </p:nvSpPr>
        <p:spPr>
          <a:xfrm>
            <a:off x="206460" y="990600"/>
            <a:ext cx="11778840" cy="5394600"/>
          </a:xfrm>
          <a:prstGeom prst="rect">
            <a:avLst/>
          </a:prstGeom>
          <a:noFill/>
          <a:ln w="0">
            <a:noFill/>
          </a:ln>
        </p:spPr>
        <p:txBody>
          <a:bodyPr anchor="t">
            <a:noAutofit/>
          </a:bodyPr>
          <a:lstStyle/>
          <a:p>
            <a:pPr algn="just"/>
            <a:r>
              <a:rPr lang="en-IN" sz="2400" dirty="0">
                <a:latin typeface="Times New Roman" panose="02020603050405020304" pitchFamily="18" charset="0"/>
                <a:cs typeface="Times New Roman" panose="02020603050405020304" pitchFamily="18" charset="0"/>
              </a:rPr>
              <a:t>	</a:t>
            </a:r>
            <a:r>
              <a:rPr lang="en-IN" sz="2300" dirty="0">
                <a:latin typeface="Times New Roman" panose="02020603050405020304" pitchFamily="18" charset="0"/>
                <a:cs typeface="Times New Roman" panose="02020603050405020304" pitchFamily="18" charset="0"/>
              </a:rPr>
              <a:t>Small and Medium-sized Enterprises (SMEs) generate business data such as sales, expenses, customer activity, and profit, but many small businesses lack intelligent systems to analyse this information according to their individual business conditions and goals. Existing business analysis and prediction approaches often rely on predefined datasets and generalized models, which may not capture the unique patterns, historical performance, and targets of a particular business. Therefore, there is a need for a personalised system that can continuously analyse SME performance and identify important changes, growth factors, and potential risks.</a:t>
            </a:r>
          </a:p>
          <a:p>
            <a:pPr algn="just"/>
            <a:r>
              <a:rPr lang="en-IN" sz="2300" dirty="0">
                <a:latin typeface="Times New Roman" panose="02020603050405020304" pitchFamily="18" charset="0"/>
                <a:cs typeface="Times New Roman" panose="02020603050405020304" pitchFamily="18" charset="0"/>
              </a:rPr>
              <a:t>	This project proposes a </a:t>
            </a:r>
            <a:r>
              <a:rPr lang="en-IN" sz="2300" b="1" dirty="0">
                <a:latin typeface="Times New Roman" panose="02020603050405020304" pitchFamily="18" charset="0"/>
                <a:cs typeface="Times New Roman" panose="02020603050405020304" pitchFamily="18" charset="0"/>
              </a:rPr>
              <a:t>AI-Based SME Business Growth Prediction System</a:t>
            </a:r>
            <a:r>
              <a:rPr lang="en-IN" sz="2300" dirty="0">
                <a:latin typeface="Times New Roman" panose="02020603050405020304" pitchFamily="18" charset="0"/>
                <a:cs typeface="Times New Roman" panose="02020603050405020304" pitchFamily="18" charset="0"/>
              </a:rPr>
              <a:t> that analyses an individual business using its historical records, business baselines, and owner-defined targets. The system uses </a:t>
            </a:r>
            <a:r>
              <a:rPr lang="en-IN" sz="2300" b="1" dirty="0" err="1">
                <a:latin typeface="Times New Roman" panose="02020603050405020304" pitchFamily="18" charset="0"/>
                <a:cs typeface="Times New Roman" panose="02020603050405020304" pitchFamily="18" charset="0"/>
              </a:rPr>
              <a:t>XGBoost</a:t>
            </a:r>
            <a:r>
              <a:rPr lang="en-IN" sz="2300" b="1" dirty="0">
                <a:latin typeface="Times New Roman" panose="02020603050405020304" pitchFamily="18" charset="0"/>
                <a:cs typeface="Times New Roman" panose="02020603050405020304" pitchFamily="18" charset="0"/>
              </a:rPr>
              <a:t> and Random Forest</a:t>
            </a:r>
            <a:r>
              <a:rPr lang="en-IN" sz="2300" dirty="0">
                <a:latin typeface="Times New Roman" panose="02020603050405020304" pitchFamily="18" charset="0"/>
                <a:cs typeface="Times New Roman" panose="02020603050405020304" pitchFamily="18" charset="0"/>
              </a:rPr>
              <a:t> for growth analysis, </a:t>
            </a:r>
            <a:r>
              <a:rPr lang="en-IN" sz="2300" b="1" dirty="0">
                <a:latin typeface="Times New Roman" panose="02020603050405020304" pitchFamily="18" charset="0"/>
                <a:cs typeface="Times New Roman" panose="02020603050405020304" pitchFamily="18" charset="0"/>
              </a:rPr>
              <a:t>ARIMA and Holt-Winters</a:t>
            </a:r>
            <a:r>
              <a:rPr lang="en-IN" sz="2300" dirty="0">
                <a:latin typeface="Times New Roman" panose="02020603050405020304" pitchFamily="18" charset="0"/>
                <a:cs typeface="Times New Roman" panose="02020603050405020304" pitchFamily="18" charset="0"/>
              </a:rPr>
              <a:t> for revenue forecasting, and </a:t>
            </a:r>
            <a:r>
              <a:rPr lang="en-IN" sz="2300" b="1" dirty="0">
                <a:latin typeface="Times New Roman" panose="02020603050405020304" pitchFamily="18" charset="0"/>
                <a:cs typeface="Times New Roman" panose="02020603050405020304" pitchFamily="18" charset="0"/>
              </a:rPr>
              <a:t>SHAP</a:t>
            </a:r>
            <a:r>
              <a:rPr lang="en-IN" sz="2300" dirty="0">
                <a:latin typeface="Times New Roman" panose="02020603050405020304" pitchFamily="18" charset="0"/>
                <a:cs typeface="Times New Roman" panose="02020603050405020304" pitchFamily="18" charset="0"/>
              </a:rPr>
              <a:t> for explaining important factors influencing predictions. Rule-based analysis identifies potential risks, while </a:t>
            </a:r>
            <a:r>
              <a:rPr lang="en-IN" sz="2300" b="1" dirty="0">
                <a:latin typeface="Times New Roman" panose="02020603050405020304" pitchFamily="18" charset="0"/>
                <a:cs typeface="Times New Roman" panose="02020603050405020304" pitchFamily="18" charset="0"/>
              </a:rPr>
              <a:t>Generative AI</a:t>
            </a:r>
            <a:r>
              <a:rPr lang="en-IN" sz="2300" dirty="0">
                <a:latin typeface="Times New Roman" panose="02020603050405020304" pitchFamily="18" charset="0"/>
                <a:cs typeface="Times New Roman" panose="02020603050405020304" pitchFamily="18" charset="0"/>
              </a:rPr>
              <a:t> converts analytical results into simple business insights and personalised recommendations. By comparing current performance with historical data and predefined goals, the system aims to help SME owners understand their business performance and make data-driven decisions.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IN" sz="4400" b="0" strike="noStrike" spc="-1">
                <a:solidFill>
                  <a:srgbClr val="FFFFFF"/>
                </a:solidFill>
                <a:latin typeface="Times New Roman" panose="02020603050405020304"/>
              </a:rPr>
              <a:t> Reference</a:t>
            </a:r>
            <a:r>
              <a:rPr lang="en-US" sz="4400" b="0" strike="noStrike" spc="-1">
                <a:solidFill>
                  <a:srgbClr val="FFFFFF"/>
                </a:solidFill>
                <a:latin typeface="Times New Roman" panose="02020603050405020304"/>
              </a:rPr>
              <a:t>s</a:t>
            </a:r>
            <a:endParaRPr lang="en-US" sz="4400" b="0" strike="noStrike" spc="-1">
              <a:solidFill>
                <a:srgbClr val="000000"/>
              </a:solidFill>
              <a:latin typeface="Calibri" panose="020F0502020204030204"/>
            </a:endParaRPr>
          </a:p>
        </p:txBody>
      </p:sp>
      <p:sp>
        <p:nvSpPr>
          <p:cNvPr id="112" name="PlaceHolder 2"/>
          <p:cNvSpPr>
            <a:spLocks noGrp="1"/>
          </p:cNvSpPr>
          <p:nvPr>
            <p:ph/>
          </p:nvPr>
        </p:nvSpPr>
        <p:spPr>
          <a:xfrm>
            <a:off x="199440" y="1097280"/>
            <a:ext cx="11778840" cy="5394600"/>
          </a:xfrm>
          <a:prstGeom prst="rect">
            <a:avLst/>
          </a:prstGeom>
          <a:noFill/>
          <a:ln w="0">
            <a:noFill/>
          </a:ln>
        </p:spPr>
        <p:txBody>
          <a:bodyPr anchor="t">
            <a:noAutofit/>
          </a:bodyPr>
          <a:lstStyle/>
          <a:p>
            <a:pPr algn="just">
              <a:lnSpc>
                <a:spcPct val="100000"/>
              </a:lnSpc>
            </a:pPr>
            <a:r>
              <a:rPr lang="en-IN" sz="2400" b="1" dirty="0">
                <a:latin typeface="Times New Roman" panose="02020603050405020304" pitchFamily="18" charset="0"/>
                <a:cs typeface="Times New Roman" panose="02020603050405020304" pitchFamily="18" charset="0"/>
              </a:rPr>
              <a:t>[1]. </a:t>
            </a:r>
            <a:r>
              <a:rPr lang="en-IN" sz="2400" dirty="0" err="1">
                <a:latin typeface="Times New Roman" panose="02020603050405020304" pitchFamily="18" charset="0"/>
                <a:cs typeface="Times New Roman" panose="02020603050405020304" pitchFamily="18" charset="0"/>
              </a:rPr>
              <a:t>Debdatta</a:t>
            </a:r>
            <a:r>
              <a:rPr lang="en-IN" sz="2400" dirty="0">
                <a:latin typeface="Times New Roman" panose="02020603050405020304" pitchFamily="18" charset="0"/>
                <a:cs typeface="Times New Roman" panose="02020603050405020304" pitchFamily="18" charset="0"/>
              </a:rPr>
              <a:t> Saha, Timothy M. Young, and Jessica Thacker, “Predicting firm performance and size using machine learning with a Bayesian perspective”, Machine Learning with Applications, Vol. 11, 2023.</a:t>
            </a:r>
          </a:p>
          <a:p>
            <a:pPr algn="just">
              <a:lnSpc>
                <a:spcPct val="100000"/>
              </a:lnSpc>
            </a:pPr>
            <a:endParaRPr lang="en-IN" sz="2400" dirty="0">
              <a:latin typeface="Times New Roman" panose="02020603050405020304" pitchFamily="18" charset="0"/>
              <a:cs typeface="Times New Roman" panose="02020603050405020304" pitchFamily="18" charset="0"/>
            </a:endParaRPr>
          </a:p>
          <a:p>
            <a:pPr algn="just">
              <a:lnSpc>
                <a:spcPct val="100000"/>
              </a:lnSpc>
            </a:pPr>
            <a:r>
              <a:rPr lang="en-IN" sz="2400" b="1" dirty="0">
                <a:latin typeface="Times New Roman" panose="02020603050405020304" pitchFamily="18" charset="0"/>
                <a:cs typeface="Times New Roman" panose="02020603050405020304" pitchFamily="18" charset="0"/>
              </a:rPr>
              <a:t>[2]. </a:t>
            </a:r>
            <a:r>
              <a:rPr lang="en-IN" sz="2400" dirty="0">
                <a:latin typeface="Times New Roman" panose="02020603050405020304" pitchFamily="18" charset="0"/>
                <a:cs typeface="Times New Roman" panose="02020603050405020304" pitchFamily="18" charset="0"/>
              </a:rPr>
              <a:t>Mustafa I. Al-</a:t>
            </a:r>
            <a:r>
              <a:rPr lang="en-IN" sz="2400" dirty="0" err="1">
                <a:latin typeface="Times New Roman" panose="02020603050405020304" pitchFamily="18" charset="0"/>
                <a:cs typeface="Times New Roman" panose="02020603050405020304" pitchFamily="18" charset="0"/>
              </a:rPr>
              <a:t>Karkhi</a:t>
            </a:r>
            <a:r>
              <a:rPr lang="en-IN" sz="2400" dirty="0">
                <a:latin typeface="Times New Roman" panose="02020603050405020304" pitchFamily="18" charset="0"/>
                <a:cs typeface="Times New Roman" panose="02020603050405020304" pitchFamily="18" charset="0"/>
              </a:rPr>
              <a:t> and Grzegorz </a:t>
            </a:r>
            <a:r>
              <a:rPr lang="en-IN" sz="2400" dirty="0" err="1">
                <a:latin typeface="Times New Roman" panose="02020603050405020304" pitchFamily="18" charset="0"/>
                <a:cs typeface="Times New Roman" panose="02020603050405020304" pitchFamily="18" charset="0"/>
              </a:rPr>
              <a:t>Rządkowski</a:t>
            </a:r>
            <a:r>
              <a:rPr lang="en-IN" sz="2400" dirty="0">
                <a:latin typeface="Times New Roman" panose="02020603050405020304" pitchFamily="18" charset="0"/>
                <a:cs typeface="Times New Roman" panose="02020603050405020304" pitchFamily="18" charset="0"/>
              </a:rPr>
              <a:t>, “Innovative machine learning approaches for complexity in economic forecasting and SME growth: A comprehensive review”, Journal of Economy and Technology, Vol. 3, 2025</a:t>
            </a:r>
            <a:r>
              <a:rPr lang="en-IN" sz="2400" dirty="0"/>
              <a:t>.</a:t>
            </a:r>
          </a:p>
          <a:p>
            <a:pPr marL="577850" indent="-577850" algn="just">
              <a:lnSpc>
                <a:spcPct val="150000"/>
              </a:lnSpc>
              <a:spcBef>
                <a:spcPts val="1000"/>
              </a:spcBef>
              <a:tabLst>
                <a:tab pos="0" algn="l"/>
              </a:tabLst>
            </a:pPr>
            <a:endParaRPr lang="en-US" sz="2400" b="0" strike="noStrike" spc="-1" dirty="0">
              <a:solidFill>
                <a:srgbClr val="000000"/>
              </a:solidFill>
              <a:latin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IN" sz="4400" b="0" strike="noStrike" spc="-1">
                <a:solidFill>
                  <a:srgbClr val="FFFFFF"/>
                </a:solidFill>
                <a:latin typeface="Times New Roman" panose="02020603050405020304"/>
              </a:rPr>
              <a:t>Git Hub Dashboards of each student</a:t>
            </a:r>
            <a:endParaRPr lang="en-US" sz="4400" b="0" strike="noStrike" spc="-1">
              <a:solidFill>
                <a:srgbClr val="000000"/>
              </a:solidFill>
              <a:latin typeface="Calibri" panose="020F0502020204030204"/>
            </a:endParaRPr>
          </a:p>
        </p:txBody>
      </p:sp>
      <p:sp>
        <p:nvSpPr>
          <p:cNvPr id="3" name="Text Box 2"/>
          <p:cNvSpPr txBox="1"/>
          <p:nvPr/>
        </p:nvSpPr>
        <p:spPr>
          <a:xfrm>
            <a:off x="838200" y="5684520"/>
            <a:ext cx="9220200" cy="457200"/>
          </a:xfrm>
          <a:prstGeom prst="rect">
            <a:avLst/>
          </a:prstGeom>
          <a:noFill/>
        </p:spPr>
        <p:txBody>
          <a:bodyPr wrap="square" rtlCol="0">
            <a:noAutofit/>
          </a:bodyPr>
          <a:lstStyle/>
          <a:p>
            <a:r>
              <a:rPr lang="en-US" dirty="0">
                <a:latin typeface="Times New Roman" panose="02020603050405020304" pitchFamily="18" charset="0"/>
                <a:cs typeface="Times New Roman" panose="02020603050405020304" pitchFamily="18" charset="0"/>
                <a:hlinkClick r:id="rId2"/>
              </a:rPr>
              <a:t>https://github.com/SRIT-CSE-PROJECTS/PROJECT-BATCH-B08-2023-27-AY-2026-27-.git</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B53AEE1-8B5C-7333-8886-5C08FAF85258}"/>
              </a:ext>
            </a:extLst>
          </p:cNvPr>
          <p:cNvPicPr>
            <a:picLocks noChangeAspect="1"/>
          </p:cNvPicPr>
          <p:nvPr/>
        </p:nvPicPr>
        <p:blipFill>
          <a:blip r:embed="rId3"/>
          <a:stretch>
            <a:fillRect/>
          </a:stretch>
        </p:blipFill>
        <p:spPr>
          <a:xfrm>
            <a:off x="457080" y="1143000"/>
            <a:ext cx="11277600" cy="391201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
          <p:cNvSpPr/>
          <p:nvPr/>
        </p:nvSpPr>
        <p:spPr>
          <a:xfrm>
            <a:off x="2632680" y="2375640"/>
            <a:ext cx="6848640" cy="16549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7000"/>
              </a:lnSpc>
              <a:spcAft>
                <a:spcPts val="800"/>
              </a:spcAft>
            </a:pPr>
            <a:r>
              <a:rPr lang="en-US" sz="9600" b="0" i="1" strike="noStrike" spc="-1">
                <a:solidFill>
                  <a:srgbClr val="FF6600"/>
                </a:solidFill>
                <a:latin typeface="Times New Roman" panose="02020603050405020304"/>
                <a:ea typeface="Calibri" panose="020F0502020204030204"/>
              </a:rPr>
              <a:t>Any Queries?</a:t>
            </a:r>
            <a:endParaRPr lang="en-IN" sz="9600" b="0" strike="noStrike" spc="-1">
              <a:latin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331</TotalTime>
  <Words>1046</Words>
  <Application>Microsoft Office PowerPoint</Application>
  <PresentationFormat>Widescreen</PresentationFormat>
  <Paragraphs>91</Paragraphs>
  <Slides>11</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Arial</vt:lpstr>
      <vt:lpstr>Calibri</vt:lpstr>
      <vt:lpstr>Courier New</vt:lpstr>
      <vt:lpstr>Symbol</vt:lpstr>
      <vt:lpstr>Times New Roman</vt:lpstr>
      <vt:lpstr>Wingdings</vt:lpstr>
      <vt:lpstr>Office Theme</vt:lpstr>
      <vt:lpstr>Office Theme</vt:lpstr>
      <vt:lpstr>PowerPoint Presentation</vt:lpstr>
      <vt:lpstr>Contents</vt:lpstr>
      <vt:lpstr>Research Gaps Identification</vt:lpstr>
      <vt:lpstr>Problem Statement</vt:lpstr>
      <vt:lpstr>Objectives of Project</vt:lpstr>
      <vt:lpstr>Proposed System</vt:lpstr>
      <vt:lpstr>Title Justification</vt:lpstr>
      <vt:lpstr>Abstract</vt:lpstr>
      <vt:lpstr> References</vt:lpstr>
      <vt:lpstr>Git Hub Dashboards of each student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nandini g</dc:creator>
  <cp:lastModifiedBy>nandini gattu</cp:lastModifiedBy>
  <cp:revision>167</cp:revision>
  <dcterms:created xsi:type="dcterms:W3CDTF">2019-06-11T05:35:00Z</dcterms:created>
  <dcterms:modified xsi:type="dcterms:W3CDTF">2026-10-06T08:46:53Z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9BB83942808244A299B002FD6DDC753B</vt:lpwstr>
  </property>
  <property fmtid="{D5CDD505-2E9C-101B-9397-08002B2CF9AE}" pid="3" name="KSOProductBuildVer">
    <vt:lpwstr>1033-12.2.0.18639</vt:lpwstr>
  </property>
  <property fmtid="{D5CDD505-2E9C-101B-9397-08002B2CF9AE}" pid="4" name="PresentationFormat">
    <vt:lpwstr>Widescreen</vt:lpwstr>
  </property>
  <property fmtid="{D5CDD505-2E9C-101B-9397-08002B2CF9AE}" pid="5" name="Slides">
    <vt:i4>8</vt:i4>
  </property>
</Properties>
</file>